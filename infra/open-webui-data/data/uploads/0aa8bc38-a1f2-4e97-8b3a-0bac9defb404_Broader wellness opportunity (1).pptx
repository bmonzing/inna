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4"/>
  </p:sldMasterIdLst>
  <p:notesMasterIdLst>
    <p:notesMasterId r:id="rId11"/>
  </p:notesMasterIdLst>
  <p:sldIdLst>
    <p:sldId id="256" r:id="rId5"/>
    <p:sldId id="265" r:id="rId6"/>
    <p:sldId id="266" r:id="rId7"/>
    <p:sldId id="267" r:id="rId8"/>
    <p:sldId id="268" r:id="rId9"/>
    <p:sldId id="269" r:id="rId10"/>
  </p:sldIdLst>
  <p:sldSz cx="9144000" cy="5143500" type="screen16x9"/>
  <p:notesSz cx="6858000" cy="9144000"/>
  <p:embeddedFontLst>
    <p:embeddedFont>
      <p:font typeface="Avenir" panose="02000503020000020003" pitchFamily="2" charset="0"/>
      <p:regular r:id="rId12"/>
      <p:italic r:id="rId13"/>
    </p:embeddedFont>
    <p:embeddedFont>
      <p:font typeface="Helvetica Neue Light" panose="02000403000000020004" pitchFamily="2" charset="0"/>
      <p:regular r:id="rId14"/>
      <p:bold r:id="rId15"/>
      <p:italic r:id="rId16"/>
      <p:boldItalic r:id="rId17"/>
    </p:embeddedFont>
    <p:embeddedFont>
      <p:font typeface="Manrope" pitchFamily="2" charset="0"/>
      <p:regular r:id="rId18"/>
      <p:bold r:id="rId19"/>
    </p:embeddedFont>
    <p:embeddedFont>
      <p:font typeface="Poppins" pitchFamily="2" charset="77"/>
      <p:regular r:id="rId20"/>
    </p:embeddedFont>
    <p:embeddedFont>
      <p:font typeface="Quicksand" pitchFamily="2" charset="77"/>
      <p:regular r:id="rId21"/>
      <p:bold r:id="rId22"/>
    </p:embeddedFont>
    <p:embeddedFont>
      <p:font typeface="Quicksand Medium" pitchFamily="2" charset="77"/>
      <p:regular r:id="rId23"/>
      <p:bold r:id="rId24"/>
    </p:embeddedFont>
    <p:embeddedFont>
      <p:font typeface="Quicksand SemiBold" pitchFamily="2" charset="77"/>
      <p:regular r:id="rId25"/>
      <p:bold r:id="rId26"/>
    </p:embeddedFont>
    <p:embeddedFont>
      <p:font typeface="Raleway" pitchFamily="2" charset="77"/>
      <p:regular r:id="rId27"/>
      <p:bold r:id="rId28"/>
      <p:italic r:id="rId29"/>
      <p:boldItalic r:id="rId30"/>
    </p:embeddedFont>
    <p:embeddedFont>
      <p:font typeface="Raleway Light" pitchFamily="2" charset="77"/>
      <p:regular r:id="rId31"/>
      <p:bold r:id="rId32"/>
      <p:italic r:id="rId33"/>
      <p:boldItalic r:id="rId34"/>
    </p:embeddedFont>
    <p:embeddedFont>
      <p:font typeface="Raleway Medium" panose="020F0502020204030204" pitchFamily="34" charset="0"/>
      <p:regular r:id="rId35"/>
      <p:bold r:id="rId36"/>
      <p:italic r:id="rId37"/>
      <p:boldItalic r:id="rId38"/>
    </p:embeddedFont>
    <p:embeddedFont>
      <p:font typeface="Roboto" panose="02000000000000000000" pitchFamily="2" charset="0"/>
      <p:regular r:id="rId39"/>
      <p:bold r:id="rId40"/>
    </p:embeddedFont>
    <p:embeddedFont>
      <p:font typeface="Verdana" panose="020B060403050404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53">
          <p15:clr>
            <a:srgbClr val="747775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D3FB05-9CE0-40D6-BD3C-C1FB7AB79105}">
  <a:tblStyle styleId="{2DD3FB05-9CE0-40D6-BD3C-C1FB7AB791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71" d="100"/>
          <a:sy n="171" d="100"/>
        </p:scale>
        <p:origin x="464" y="168"/>
      </p:cViewPr>
      <p:guideLst>
        <p:guide orient="horz" pos="45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9" Type="http://schemas.openxmlformats.org/officeDocument/2006/relationships/font" Target="fonts/font28.fntdata"/><Relationship Id="rId21" Type="http://schemas.openxmlformats.org/officeDocument/2006/relationships/font" Target="fonts/font10.fntdata"/><Relationship Id="rId34" Type="http://schemas.openxmlformats.org/officeDocument/2006/relationships/font" Target="fonts/font23.fntdata"/><Relationship Id="rId42" Type="http://schemas.openxmlformats.org/officeDocument/2006/relationships/font" Target="fonts/font31.fntdata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9" Type="http://schemas.openxmlformats.org/officeDocument/2006/relationships/font" Target="fonts/font18.fntdata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font" Target="fonts/font21.fntdata"/><Relationship Id="rId37" Type="http://schemas.openxmlformats.org/officeDocument/2006/relationships/font" Target="fonts/font26.fntdata"/><Relationship Id="rId40" Type="http://schemas.openxmlformats.org/officeDocument/2006/relationships/font" Target="fonts/font29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36" Type="http://schemas.openxmlformats.org/officeDocument/2006/relationships/font" Target="fonts/font25.fntdata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4" Type="http://schemas.openxmlformats.org/officeDocument/2006/relationships/font" Target="fonts/font3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font" Target="fonts/font24.fntdata"/><Relationship Id="rId43" Type="http://schemas.openxmlformats.org/officeDocument/2006/relationships/font" Target="fonts/font32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font" Target="fonts/font22.fntdata"/><Relationship Id="rId38" Type="http://schemas.openxmlformats.org/officeDocument/2006/relationships/font" Target="fonts/font27.fntdata"/><Relationship Id="rId46" Type="http://schemas.openxmlformats.org/officeDocument/2006/relationships/viewProps" Target="viewProps.xml"/><Relationship Id="rId20" Type="http://schemas.openxmlformats.org/officeDocument/2006/relationships/font" Target="fonts/font9.fntdata"/><Relationship Id="rId41" Type="http://schemas.openxmlformats.org/officeDocument/2006/relationships/font" Target="fonts/font3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f Drake(UST,US)" userId="S::284109@ust.com::d02a3919-5f37-404a-b37b-818a4ee07da4" providerId="AD" clId="Web-{81436633-12D0-E6C8-4E3B-6303B3CD98D3}"/>
    <pc:docChg chg="modSld">
      <pc:chgData name="Leif Drake(UST,US)" userId="S::284109@ust.com::d02a3919-5f37-404a-b37b-818a4ee07da4" providerId="AD" clId="Web-{81436633-12D0-E6C8-4E3B-6303B3CD98D3}" dt="2024-10-09T15:25:52.148" v="1575" actId="20577"/>
      <pc:docMkLst>
        <pc:docMk/>
      </pc:docMkLst>
      <pc:sldChg chg="modSp">
        <pc:chgData name="Leif Drake(UST,US)" userId="S::284109@ust.com::d02a3919-5f37-404a-b37b-818a4ee07da4" providerId="AD" clId="Web-{81436633-12D0-E6C8-4E3B-6303B3CD98D3}" dt="2024-10-08T20:22:26.912" v="4" actId="20577"/>
        <pc:sldMkLst>
          <pc:docMk/>
          <pc:sldMk cId="0" sldId="266"/>
        </pc:sldMkLst>
      </pc:sldChg>
      <pc:sldChg chg="delSp">
        <pc:chgData name="Leif Drake(UST,US)" userId="S::284109@ust.com::d02a3919-5f37-404a-b37b-818a4ee07da4" providerId="AD" clId="Web-{81436633-12D0-E6C8-4E3B-6303B3CD98D3}" dt="2024-10-08T20:19:58.110" v="0"/>
        <pc:sldMkLst>
          <pc:docMk/>
          <pc:sldMk cId="0" sldId="267"/>
        </pc:sldMkLst>
      </pc:sldChg>
      <pc:sldChg chg="modSp">
        <pc:chgData name="Leif Drake(UST,US)" userId="S::284109@ust.com::d02a3919-5f37-404a-b37b-818a4ee07da4" providerId="AD" clId="Web-{81436633-12D0-E6C8-4E3B-6303B3CD98D3}" dt="2024-10-08T21:33:46.061" v="5" actId="1076"/>
        <pc:sldMkLst>
          <pc:docMk/>
          <pc:sldMk cId="0" sldId="268"/>
        </pc:sldMkLst>
      </pc:sldChg>
      <pc:sldChg chg="delSp modSp modNotes">
        <pc:chgData name="Leif Drake(UST,US)" userId="S::284109@ust.com::d02a3919-5f37-404a-b37b-818a4ee07da4" providerId="AD" clId="Web-{81436633-12D0-E6C8-4E3B-6303B3CD98D3}" dt="2024-10-09T15:25:52.148" v="1575" actId="20577"/>
        <pc:sldMkLst>
          <pc:docMk/>
          <pc:sldMk cId="0" sldId="269"/>
        </pc:sldMkLst>
      </pc:sldChg>
    </pc:docChg>
  </pc:docChgLst>
  <pc:docChgLst>
    <pc:chgData name="Leif Drake(UST,US)" userId="S::284109@ust.com::d02a3919-5f37-404a-b37b-818a4ee07da4" providerId="AD" clId="Web-{87F92ED2-82A9-9364-F889-6DE157C5F854}"/>
    <pc:docChg chg="delSld modSld modMainMaster">
      <pc:chgData name="Leif Drake(UST,US)" userId="S::284109@ust.com::d02a3919-5f37-404a-b37b-818a4ee07da4" providerId="AD" clId="Web-{87F92ED2-82A9-9364-F889-6DE157C5F854}" dt="2024-10-08T15:50:03.466" v="263" actId="20577"/>
      <pc:docMkLst>
        <pc:docMk/>
      </pc:docMkLst>
      <pc:sldChg chg="modSp mod">
        <pc:chgData name="Leif Drake(UST,US)" userId="S::284109@ust.com::d02a3919-5f37-404a-b37b-818a4ee07da4" providerId="AD" clId="Web-{87F92ED2-82A9-9364-F889-6DE157C5F854}" dt="2024-10-08T15:50:03.466" v="263" actId="20577"/>
        <pc:sldMkLst>
          <pc:docMk/>
          <pc:sldMk cId="0" sldId="256"/>
        </pc:sldMkLst>
      </pc:sldChg>
      <pc:sldChg chg="del">
        <pc:chgData name="Leif Drake(UST,US)" userId="S::284109@ust.com::d02a3919-5f37-404a-b37b-818a4ee07da4" providerId="AD" clId="Web-{87F92ED2-82A9-9364-F889-6DE157C5F854}" dt="2024-10-08T15:42:24.028" v="0"/>
        <pc:sldMkLst>
          <pc:docMk/>
          <pc:sldMk cId="0" sldId="257"/>
        </pc:sldMkLst>
      </pc:sldChg>
      <pc:sldChg chg="del">
        <pc:chgData name="Leif Drake(UST,US)" userId="S::284109@ust.com::d02a3919-5f37-404a-b37b-818a4ee07da4" providerId="AD" clId="Web-{87F92ED2-82A9-9364-F889-6DE157C5F854}" dt="2024-10-08T15:42:29.028" v="1"/>
        <pc:sldMkLst>
          <pc:docMk/>
          <pc:sldMk cId="0" sldId="258"/>
        </pc:sldMkLst>
      </pc:sldChg>
      <pc:sldChg chg="del">
        <pc:chgData name="Leif Drake(UST,US)" userId="S::284109@ust.com::d02a3919-5f37-404a-b37b-818a4ee07da4" providerId="AD" clId="Web-{87F92ED2-82A9-9364-F889-6DE157C5F854}" dt="2024-10-08T15:42:30.809" v="2"/>
        <pc:sldMkLst>
          <pc:docMk/>
          <pc:sldMk cId="0" sldId="259"/>
        </pc:sldMkLst>
      </pc:sldChg>
      <pc:sldChg chg="del">
        <pc:chgData name="Leif Drake(UST,US)" userId="S::284109@ust.com::d02a3919-5f37-404a-b37b-818a4ee07da4" providerId="AD" clId="Web-{87F92ED2-82A9-9364-F889-6DE157C5F854}" dt="2024-10-08T15:42:33.731" v="6"/>
        <pc:sldMkLst>
          <pc:docMk/>
          <pc:sldMk cId="0" sldId="260"/>
        </pc:sldMkLst>
      </pc:sldChg>
      <pc:sldChg chg="del">
        <pc:chgData name="Leif Drake(UST,US)" userId="S::284109@ust.com::d02a3919-5f37-404a-b37b-818a4ee07da4" providerId="AD" clId="Web-{87F92ED2-82A9-9364-F889-6DE157C5F854}" dt="2024-10-08T15:42:33.731" v="5"/>
        <pc:sldMkLst>
          <pc:docMk/>
          <pc:sldMk cId="0" sldId="261"/>
        </pc:sldMkLst>
      </pc:sldChg>
      <pc:sldChg chg="del">
        <pc:chgData name="Leif Drake(UST,US)" userId="S::284109@ust.com::d02a3919-5f37-404a-b37b-818a4ee07da4" providerId="AD" clId="Web-{87F92ED2-82A9-9364-F889-6DE157C5F854}" dt="2024-10-08T15:42:33.716" v="4"/>
        <pc:sldMkLst>
          <pc:docMk/>
          <pc:sldMk cId="0" sldId="262"/>
        </pc:sldMkLst>
      </pc:sldChg>
      <pc:sldChg chg="del">
        <pc:chgData name="Leif Drake(UST,US)" userId="S::284109@ust.com::d02a3919-5f37-404a-b37b-818a4ee07da4" providerId="AD" clId="Web-{87F92ED2-82A9-9364-F889-6DE157C5F854}" dt="2024-10-08T15:42:33.700" v="3"/>
        <pc:sldMkLst>
          <pc:docMk/>
          <pc:sldMk cId="0" sldId="263"/>
        </pc:sldMkLst>
      </pc:sldChg>
      <pc:sldChg chg="del mod">
        <pc:chgData name="Leif Drake(UST,US)" userId="S::284109@ust.com::d02a3919-5f37-404a-b37b-818a4ee07da4" providerId="AD" clId="Web-{87F92ED2-82A9-9364-F889-6DE157C5F854}" dt="2024-10-08T15:49:38.418" v="228"/>
        <pc:sldMkLst>
          <pc:docMk/>
          <pc:sldMk cId="0" sldId="264"/>
        </pc:sldMkLst>
      </pc:sldChg>
      <pc:sldChg chg="addSp delSp modSp mod">
        <pc:chgData name="Leif Drake(UST,US)" userId="S::284109@ust.com::d02a3919-5f37-404a-b37b-818a4ee07da4" providerId="AD" clId="Web-{87F92ED2-82A9-9364-F889-6DE157C5F854}" dt="2024-10-08T15:48:25.994" v="210" actId="1076"/>
        <pc:sldMkLst>
          <pc:docMk/>
          <pc:sldMk cId="0" sldId="265"/>
        </pc:sldMkLst>
      </pc:sldChg>
      <pc:sldChg chg="modSp mod">
        <pc:chgData name="Leif Drake(UST,US)" userId="S::284109@ust.com::d02a3919-5f37-404a-b37b-818a4ee07da4" providerId="AD" clId="Web-{87F92ED2-82A9-9364-F889-6DE157C5F854}" dt="2024-10-08T15:49:00.495" v="218" actId="20577"/>
        <pc:sldMkLst>
          <pc:docMk/>
          <pc:sldMk cId="0" sldId="266"/>
        </pc:sldMkLst>
      </pc:sldChg>
      <pc:sldChg chg="mod">
        <pc:chgData name="Leif Drake(UST,US)" userId="S::284109@ust.com::d02a3919-5f37-404a-b37b-818a4ee07da4" providerId="AD" clId="Web-{87F92ED2-82A9-9364-F889-6DE157C5F854}" dt="2024-10-08T15:48:00.524" v="140"/>
        <pc:sldMkLst>
          <pc:docMk/>
          <pc:sldMk cId="0" sldId="267"/>
        </pc:sldMkLst>
      </pc:sldChg>
      <pc:sldChg chg="modSp mod">
        <pc:chgData name="Leif Drake(UST,US)" userId="S::284109@ust.com::d02a3919-5f37-404a-b37b-818a4ee07da4" providerId="AD" clId="Web-{87F92ED2-82A9-9364-F889-6DE157C5F854}" dt="2024-10-08T15:49:34.855" v="227" actId="20577"/>
        <pc:sldMkLst>
          <pc:docMk/>
          <pc:sldMk cId="0" sldId="268"/>
        </pc:sldMkLst>
      </pc:sldChg>
      <pc:sldChg chg="delSp mod delAnim">
        <pc:chgData name="Leif Drake(UST,US)" userId="S::284109@ust.com::d02a3919-5f37-404a-b37b-818a4ee07da4" providerId="AD" clId="Web-{87F92ED2-82A9-9364-F889-6DE157C5F854}" dt="2024-10-08T15:48:00.524" v="140"/>
        <pc:sldMkLst>
          <pc:docMk/>
          <pc:sldMk cId="0" sldId="269"/>
        </pc:sldMkLst>
      </pc:sldChg>
      <pc:sldChg chg="del">
        <pc:chgData name="Leif Drake(UST,US)" userId="S::284109@ust.com::d02a3919-5f37-404a-b37b-818a4ee07da4" providerId="AD" clId="Web-{87F92ED2-82A9-9364-F889-6DE157C5F854}" dt="2024-10-08T15:43:34.374" v="119"/>
        <pc:sldMkLst>
          <pc:docMk/>
          <pc:sldMk cId="0" sldId="270"/>
        </pc:sldMkLst>
      </pc:sldChg>
      <pc:sldChg chg="del">
        <pc:chgData name="Leif Drake(UST,US)" userId="S::284109@ust.com::d02a3919-5f37-404a-b37b-818a4ee07da4" providerId="AD" clId="Web-{87F92ED2-82A9-9364-F889-6DE157C5F854}" dt="2024-10-08T15:43:34.374" v="118"/>
        <pc:sldMkLst>
          <pc:docMk/>
          <pc:sldMk cId="0" sldId="271"/>
        </pc:sldMkLst>
      </pc:sldChg>
      <pc:sldChg chg="del">
        <pc:chgData name="Leif Drake(UST,US)" userId="S::284109@ust.com::d02a3919-5f37-404a-b37b-818a4ee07da4" providerId="AD" clId="Web-{87F92ED2-82A9-9364-F889-6DE157C5F854}" dt="2024-10-08T15:43:34.358" v="117"/>
        <pc:sldMkLst>
          <pc:docMk/>
          <pc:sldMk cId="0" sldId="272"/>
        </pc:sldMkLst>
      </pc:sldChg>
      <pc:sldChg chg="del">
        <pc:chgData name="Leif Drake(UST,US)" userId="S::284109@ust.com::d02a3919-5f37-404a-b37b-818a4ee07da4" providerId="AD" clId="Web-{87F92ED2-82A9-9364-F889-6DE157C5F854}" dt="2024-10-08T15:43:34.358" v="116"/>
        <pc:sldMkLst>
          <pc:docMk/>
          <pc:sldMk cId="0" sldId="273"/>
        </pc:sldMkLst>
      </pc:sldChg>
      <pc:sldChg chg="del">
        <pc:chgData name="Leif Drake(UST,US)" userId="S::284109@ust.com::d02a3919-5f37-404a-b37b-818a4ee07da4" providerId="AD" clId="Web-{87F92ED2-82A9-9364-F889-6DE157C5F854}" dt="2024-10-08T15:43:34.358" v="115"/>
        <pc:sldMkLst>
          <pc:docMk/>
          <pc:sldMk cId="0" sldId="274"/>
        </pc:sldMkLst>
      </pc:sldChg>
      <pc:sldChg chg="del">
        <pc:chgData name="Leif Drake(UST,US)" userId="S::284109@ust.com::d02a3919-5f37-404a-b37b-818a4ee07da4" providerId="AD" clId="Web-{87F92ED2-82A9-9364-F889-6DE157C5F854}" dt="2024-10-08T15:43:34.343" v="114"/>
        <pc:sldMkLst>
          <pc:docMk/>
          <pc:sldMk cId="0" sldId="275"/>
        </pc:sldMkLst>
      </pc:sldChg>
      <pc:sldChg chg="del">
        <pc:chgData name="Leif Drake(UST,US)" userId="S::284109@ust.com::d02a3919-5f37-404a-b37b-818a4ee07da4" providerId="AD" clId="Web-{87F92ED2-82A9-9364-F889-6DE157C5F854}" dt="2024-10-08T15:43:34.343" v="113"/>
        <pc:sldMkLst>
          <pc:docMk/>
          <pc:sldMk cId="0" sldId="276"/>
        </pc:sldMkLst>
      </pc:sldChg>
      <pc:sldChg chg="del">
        <pc:chgData name="Leif Drake(UST,US)" userId="S::284109@ust.com::d02a3919-5f37-404a-b37b-818a4ee07da4" providerId="AD" clId="Web-{87F92ED2-82A9-9364-F889-6DE157C5F854}" dt="2024-10-08T15:43:34.343" v="112"/>
        <pc:sldMkLst>
          <pc:docMk/>
          <pc:sldMk cId="0" sldId="277"/>
        </pc:sldMkLst>
      </pc:sldChg>
      <pc:sldChg chg="del">
        <pc:chgData name="Leif Drake(UST,US)" userId="S::284109@ust.com::d02a3919-5f37-404a-b37b-818a4ee07da4" providerId="AD" clId="Web-{87F92ED2-82A9-9364-F889-6DE157C5F854}" dt="2024-10-08T15:43:34.343" v="111"/>
        <pc:sldMkLst>
          <pc:docMk/>
          <pc:sldMk cId="0" sldId="278"/>
        </pc:sldMkLst>
      </pc:sldChg>
      <pc:sldChg chg="del">
        <pc:chgData name="Leif Drake(UST,US)" userId="S::284109@ust.com::d02a3919-5f37-404a-b37b-818a4ee07da4" providerId="AD" clId="Web-{87F92ED2-82A9-9364-F889-6DE157C5F854}" dt="2024-10-08T15:43:34.343" v="110"/>
        <pc:sldMkLst>
          <pc:docMk/>
          <pc:sldMk cId="0" sldId="279"/>
        </pc:sldMkLst>
      </pc:sldChg>
      <pc:sldChg chg="del">
        <pc:chgData name="Leif Drake(UST,US)" userId="S::284109@ust.com::d02a3919-5f37-404a-b37b-818a4ee07da4" providerId="AD" clId="Web-{87F92ED2-82A9-9364-F889-6DE157C5F854}" dt="2024-10-08T15:43:34.327" v="109"/>
        <pc:sldMkLst>
          <pc:docMk/>
          <pc:sldMk cId="0" sldId="280"/>
        </pc:sldMkLst>
      </pc:sldChg>
      <pc:sldChg chg="del">
        <pc:chgData name="Leif Drake(UST,US)" userId="S::284109@ust.com::d02a3919-5f37-404a-b37b-818a4ee07da4" providerId="AD" clId="Web-{87F92ED2-82A9-9364-F889-6DE157C5F854}" dt="2024-10-08T15:43:34.327" v="108"/>
        <pc:sldMkLst>
          <pc:docMk/>
          <pc:sldMk cId="0" sldId="281"/>
        </pc:sldMkLst>
      </pc:sldChg>
      <pc:sldChg chg="del">
        <pc:chgData name="Leif Drake(UST,US)" userId="S::284109@ust.com::d02a3919-5f37-404a-b37b-818a4ee07da4" providerId="AD" clId="Web-{87F92ED2-82A9-9364-F889-6DE157C5F854}" dt="2024-10-08T15:43:34.312" v="107"/>
        <pc:sldMkLst>
          <pc:docMk/>
          <pc:sldMk cId="0" sldId="282"/>
        </pc:sldMkLst>
      </pc:sldChg>
      <pc:sldChg chg="del">
        <pc:chgData name="Leif Drake(UST,US)" userId="S::284109@ust.com::d02a3919-5f37-404a-b37b-818a4ee07da4" providerId="AD" clId="Web-{87F92ED2-82A9-9364-F889-6DE157C5F854}" dt="2024-10-08T15:43:34.296" v="106"/>
        <pc:sldMkLst>
          <pc:docMk/>
          <pc:sldMk cId="0" sldId="283"/>
        </pc:sldMkLst>
      </pc:sldChg>
      <pc:sldChg chg="del">
        <pc:chgData name="Leif Drake(UST,US)" userId="S::284109@ust.com::d02a3919-5f37-404a-b37b-818a4ee07da4" providerId="AD" clId="Web-{87F92ED2-82A9-9364-F889-6DE157C5F854}" dt="2024-10-08T15:43:34.296" v="105"/>
        <pc:sldMkLst>
          <pc:docMk/>
          <pc:sldMk cId="0" sldId="284"/>
        </pc:sldMkLst>
      </pc:sldChg>
      <pc:sldChg chg="del">
        <pc:chgData name="Leif Drake(UST,US)" userId="S::284109@ust.com::d02a3919-5f37-404a-b37b-818a4ee07da4" providerId="AD" clId="Web-{87F92ED2-82A9-9364-F889-6DE157C5F854}" dt="2024-10-08T15:43:34.280" v="104"/>
        <pc:sldMkLst>
          <pc:docMk/>
          <pc:sldMk cId="0" sldId="285"/>
        </pc:sldMkLst>
      </pc:sldChg>
      <pc:sldChg chg="del">
        <pc:chgData name="Leif Drake(UST,US)" userId="S::284109@ust.com::d02a3919-5f37-404a-b37b-818a4ee07da4" providerId="AD" clId="Web-{87F92ED2-82A9-9364-F889-6DE157C5F854}" dt="2024-10-08T15:43:34.280" v="103"/>
        <pc:sldMkLst>
          <pc:docMk/>
          <pc:sldMk cId="0" sldId="286"/>
        </pc:sldMkLst>
      </pc:sldChg>
      <pc:sldChg chg="del">
        <pc:chgData name="Leif Drake(UST,US)" userId="S::284109@ust.com::d02a3919-5f37-404a-b37b-818a4ee07da4" providerId="AD" clId="Web-{87F92ED2-82A9-9364-F889-6DE157C5F854}" dt="2024-10-08T15:43:34.280" v="102"/>
        <pc:sldMkLst>
          <pc:docMk/>
          <pc:sldMk cId="0" sldId="287"/>
        </pc:sldMkLst>
      </pc:sldChg>
      <pc:sldChg chg="del">
        <pc:chgData name="Leif Drake(UST,US)" userId="S::284109@ust.com::d02a3919-5f37-404a-b37b-818a4ee07da4" providerId="AD" clId="Web-{87F92ED2-82A9-9364-F889-6DE157C5F854}" dt="2024-10-08T15:43:34.265" v="101"/>
        <pc:sldMkLst>
          <pc:docMk/>
          <pc:sldMk cId="0" sldId="288"/>
        </pc:sldMkLst>
      </pc:sldChg>
      <pc:sldChg chg="del">
        <pc:chgData name="Leif Drake(UST,US)" userId="S::284109@ust.com::d02a3919-5f37-404a-b37b-818a4ee07da4" providerId="AD" clId="Web-{87F92ED2-82A9-9364-F889-6DE157C5F854}" dt="2024-10-08T15:43:34.265" v="100"/>
        <pc:sldMkLst>
          <pc:docMk/>
          <pc:sldMk cId="0" sldId="289"/>
        </pc:sldMkLst>
      </pc:sldChg>
      <pc:sldChg chg="del">
        <pc:chgData name="Leif Drake(UST,US)" userId="S::284109@ust.com::d02a3919-5f37-404a-b37b-818a4ee07da4" providerId="AD" clId="Web-{87F92ED2-82A9-9364-F889-6DE157C5F854}" dt="2024-10-08T15:43:34.249" v="99"/>
        <pc:sldMkLst>
          <pc:docMk/>
          <pc:sldMk cId="0" sldId="290"/>
        </pc:sldMkLst>
      </pc:sldChg>
      <pc:sldChg chg="del">
        <pc:chgData name="Leif Drake(UST,US)" userId="S::284109@ust.com::d02a3919-5f37-404a-b37b-818a4ee07da4" providerId="AD" clId="Web-{87F92ED2-82A9-9364-F889-6DE157C5F854}" dt="2024-10-08T15:43:34.249" v="98"/>
        <pc:sldMkLst>
          <pc:docMk/>
          <pc:sldMk cId="0" sldId="291"/>
        </pc:sldMkLst>
      </pc:sldChg>
      <pc:sldChg chg="del">
        <pc:chgData name="Leif Drake(UST,US)" userId="S::284109@ust.com::d02a3919-5f37-404a-b37b-818a4ee07da4" providerId="AD" clId="Web-{87F92ED2-82A9-9364-F889-6DE157C5F854}" dt="2024-10-08T15:43:34.249" v="97"/>
        <pc:sldMkLst>
          <pc:docMk/>
          <pc:sldMk cId="0" sldId="292"/>
        </pc:sldMkLst>
      </pc:sldChg>
      <pc:sldChg chg="del">
        <pc:chgData name="Leif Drake(UST,US)" userId="S::284109@ust.com::d02a3919-5f37-404a-b37b-818a4ee07da4" providerId="AD" clId="Web-{87F92ED2-82A9-9364-F889-6DE157C5F854}" dt="2024-10-08T15:43:34.233" v="96"/>
        <pc:sldMkLst>
          <pc:docMk/>
          <pc:sldMk cId="0" sldId="293"/>
        </pc:sldMkLst>
      </pc:sldChg>
      <pc:sldChg chg="del">
        <pc:chgData name="Leif Drake(UST,US)" userId="S::284109@ust.com::d02a3919-5f37-404a-b37b-818a4ee07da4" providerId="AD" clId="Web-{87F92ED2-82A9-9364-F889-6DE157C5F854}" dt="2024-10-08T15:43:34.233" v="95"/>
        <pc:sldMkLst>
          <pc:docMk/>
          <pc:sldMk cId="0" sldId="294"/>
        </pc:sldMkLst>
      </pc:sldChg>
      <pc:sldChg chg="del">
        <pc:chgData name="Leif Drake(UST,US)" userId="S::284109@ust.com::d02a3919-5f37-404a-b37b-818a4ee07da4" providerId="AD" clId="Web-{87F92ED2-82A9-9364-F889-6DE157C5F854}" dt="2024-10-08T15:43:34.218" v="94"/>
        <pc:sldMkLst>
          <pc:docMk/>
          <pc:sldMk cId="0" sldId="295"/>
        </pc:sldMkLst>
      </pc:sldChg>
      <pc:sldChg chg="del">
        <pc:chgData name="Leif Drake(UST,US)" userId="S::284109@ust.com::d02a3919-5f37-404a-b37b-818a4ee07da4" providerId="AD" clId="Web-{87F92ED2-82A9-9364-F889-6DE157C5F854}" dt="2024-10-08T15:43:34.218" v="93"/>
        <pc:sldMkLst>
          <pc:docMk/>
          <pc:sldMk cId="0" sldId="296"/>
        </pc:sldMkLst>
      </pc:sldChg>
      <pc:sldChg chg="del">
        <pc:chgData name="Leif Drake(UST,US)" userId="S::284109@ust.com::d02a3919-5f37-404a-b37b-818a4ee07da4" providerId="AD" clId="Web-{87F92ED2-82A9-9364-F889-6DE157C5F854}" dt="2024-10-08T15:43:34.202" v="92"/>
        <pc:sldMkLst>
          <pc:docMk/>
          <pc:sldMk cId="0" sldId="297"/>
        </pc:sldMkLst>
      </pc:sldChg>
      <pc:sldChg chg="del">
        <pc:chgData name="Leif Drake(UST,US)" userId="S::284109@ust.com::d02a3919-5f37-404a-b37b-818a4ee07da4" providerId="AD" clId="Web-{87F92ED2-82A9-9364-F889-6DE157C5F854}" dt="2024-10-08T15:43:34.202" v="91"/>
        <pc:sldMkLst>
          <pc:docMk/>
          <pc:sldMk cId="0" sldId="298"/>
        </pc:sldMkLst>
      </pc:sldChg>
      <pc:sldChg chg="del">
        <pc:chgData name="Leif Drake(UST,US)" userId="S::284109@ust.com::d02a3919-5f37-404a-b37b-818a4ee07da4" providerId="AD" clId="Web-{87F92ED2-82A9-9364-F889-6DE157C5F854}" dt="2024-10-08T15:43:34.202" v="90"/>
        <pc:sldMkLst>
          <pc:docMk/>
          <pc:sldMk cId="0" sldId="299"/>
        </pc:sldMkLst>
      </pc:sldChg>
      <pc:sldChg chg="del">
        <pc:chgData name="Leif Drake(UST,US)" userId="S::284109@ust.com::d02a3919-5f37-404a-b37b-818a4ee07da4" providerId="AD" clId="Web-{87F92ED2-82A9-9364-F889-6DE157C5F854}" dt="2024-10-08T15:43:34.187" v="89"/>
        <pc:sldMkLst>
          <pc:docMk/>
          <pc:sldMk cId="0" sldId="300"/>
        </pc:sldMkLst>
      </pc:sldChg>
      <pc:sldChg chg="del">
        <pc:chgData name="Leif Drake(UST,US)" userId="S::284109@ust.com::d02a3919-5f37-404a-b37b-818a4ee07da4" providerId="AD" clId="Web-{87F92ED2-82A9-9364-F889-6DE157C5F854}" dt="2024-10-08T15:43:34.187" v="88"/>
        <pc:sldMkLst>
          <pc:docMk/>
          <pc:sldMk cId="0" sldId="301"/>
        </pc:sldMkLst>
      </pc:sldChg>
      <pc:sldChg chg="del">
        <pc:chgData name="Leif Drake(UST,US)" userId="S::284109@ust.com::d02a3919-5f37-404a-b37b-818a4ee07da4" providerId="AD" clId="Web-{87F92ED2-82A9-9364-F889-6DE157C5F854}" dt="2024-10-08T15:43:34.187" v="87"/>
        <pc:sldMkLst>
          <pc:docMk/>
          <pc:sldMk cId="0" sldId="302"/>
        </pc:sldMkLst>
      </pc:sldChg>
      <pc:sldChg chg="del">
        <pc:chgData name="Leif Drake(UST,US)" userId="S::284109@ust.com::d02a3919-5f37-404a-b37b-818a4ee07da4" providerId="AD" clId="Web-{87F92ED2-82A9-9364-F889-6DE157C5F854}" dt="2024-10-08T15:43:34.171" v="86"/>
        <pc:sldMkLst>
          <pc:docMk/>
          <pc:sldMk cId="0" sldId="303"/>
        </pc:sldMkLst>
      </pc:sldChg>
      <pc:sldChg chg="del">
        <pc:chgData name="Leif Drake(UST,US)" userId="S::284109@ust.com::d02a3919-5f37-404a-b37b-818a4ee07da4" providerId="AD" clId="Web-{87F92ED2-82A9-9364-F889-6DE157C5F854}" dt="2024-10-08T15:43:34.171" v="85"/>
        <pc:sldMkLst>
          <pc:docMk/>
          <pc:sldMk cId="0" sldId="304"/>
        </pc:sldMkLst>
      </pc:sldChg>
      <pc:sldChg chg="del">
        <pc:chgData name="Leif Drake(UST,US)" userId="S::284109@ust.com::d02a3919-5f37-404a-b37b-818a4ee07da4" providerId="AD" clId="Web-{87F92ED2-82A9-9364-F889-6DE157C5F854}" dt="2024-10-08T15:43:34.171" v="84"/>
        <pc:sldMkLst>
          <pc:docMk/>
          <pc:sldMk cId="0" sldId="305"/>
        </pc:sldMkLst>
      </pc:sldChg>
      <pc:sldChg chg="del">
        <pc:chgData name="Leif Drake(UST,US)" userId="S::284109@ust.com::d02a3919-5f37-404a-b37b-818a4ee07da4" providerId="AD" clId="Web-{87F92ED2-82A9-9364-F889-6DE157C5F854}" dt="2024-10-08T15:43:34.155" v="83"/>
        <pc:sldMkLst>
          <pc:docMk/>
          <pc:sldMk cId="0" sldId="306"/>
        </pc:sldMkLst>
      </pc:sldChg>
      <pc:sldChg chg="del">
        <pc:chgData name="Leif Drake(UST,US)" userId="S::284109@ust.com::d02a3919-5f37-404a-b37b-818a4ee07da4" providerId="AD" clId="Web-{87F92ED2-82A9-9364-F889-6DE157C5F854}" dt="2024-10-08T15:43:34.155" v="82"/>
        <pc:sldMkLst>
          <pc:docMk/>
          <pc:sldMk cId="0" sldId="307"/>
        </pc:sldMkLst>
      </pc:sldChg>
      <pc:sldChg chg="del">
        <pc:chgData name="Leif Drake(UST,US)" userId="S::284109@ust.com::d02a3919-5f37-404a-b37b-818a4ee07da4" providerId="AD" clId="Web-{87F92ED2-82A9-9364-F889-6DE157C5F854}" dt="2024-10-08T15:43:34.155" v="81"/>
        <pc:sldMkLst>
          <pc:docMk/>
          <pc:sldMk cId="0" sldId="308"/>
        </pc:sldMkLst>
      </pc:sldChg>
      <pc:sldChg chg="del">
        <pc:chgData name="Leif Drake(UST,US)" userId="S::284109@ust.com::d02a3919-5f37-404a-b37b-818a4ee07da4" providerId="AD" clId="Web-{87F92ED2-82A9-9364-F889-6DE157C5F854}" dt="2024-10-08T15:43:34.140" v="80"/>
        <pc:sldMkLst>
          <pc:docMk/>
          <pc:sldMk cId="0" sldId="309"/>
        </pc:sldMkLst>
      </pc:sldChg>
      <pc:sldChg chg="del">
        <pc:chgData name="Leif Drake(UST,US)" userId="S::284109@ust.com::d02a3919-5f37-404a-b37b-818a4ee07da4" providerId="AD" clId="Web-{87F92ED2-82A9-9364-F889-6DE157C5F854}" dt="2024-10-08T15:43:34.140" v="79"/>
        <pc:sldMkLst>
          <pc:docMk/>
          <pc:sldMk cId="0" sldId="310"/>
        </pc:sldMkLst>
      </pc:sldChg>
      <pc:sldChg chg="del">
        <pc:chgData name="Leif Drake(UST,US)" userId="S::284109@ust.com::d02a3919-5f37-404a-b37b-818a4ee07da4" providerId="AD" clId="Web-{87F92ED2-82A9-9364-F889-6DE157C5F854}" dt="2024-10-08T15:43:34.140" v="78"/>
        <pc:sldMkLst>
          <pc:docMk/>
          <pc:sldMk cId="0" sldId="311"/>
        </pc:sldMkLst>
      </pc:sldChg>
      <pc:sldChg chg="del">
        <pc:chgData name="Leif Drake(UST,US)" userId="S::284109@ust.com::d02a3919-5f37-404a-b37b-818a4ee07da4" providerId="AD" clId="Web-{87F92ED2-82A9-9364-F889-6DE157C5F854}" dt="2024-10-08T15:43:34.124" v="77"/>
        <pc:sldMkLst>
          <pc:docMk/>
          <pc:sldMk cId="0" sldId="312"/>
        </pc:sldMkLst>
      </pc:sldChg>
      <pc:sldChg chg="del">
        <pc:chgData name="Leif Drake(UST,US)" userId="S::284109@ust.com::d02a3919-5f37-404a-b37b-818a4ee07da4" providerId="AD" clId="Web-{87F92ED2-82A9-9364-F889-6DE157C5F854}" dt="2024-10-08T15:43:34.124" v="76"/>
        <pc:sldMkLst>
          <pc:docMk/>
          <pc:sldMk cId="0" sldId="313"/>
        </pc:sldMkLst>
      </pc:sldChg>
      <pc:sldChg chg="del">
        <pc:chgData name="Leif Drake(UST,US)" userId="S::284109@ust.com::d02a3919-5f37-404a-b37b-818a4ee07da4" providerId="AD" clId="Web-{87F92ED2-82A9-9364-F889-6DE157C5F854}" dt="2024-10-08T15:43:34.108" v="75"/>
        <pc:sldMkLst>
          <pc:docMk/>
          <pc:sldMk cId="0" sldId="314"/>
        </pc:sldMkLst>
      </pc:sldChg>
      <pc:sldChg chg="del">
        <pc:chgData name="Leif Drake(UST,US)" userId="S::284109@ust.com::d02a3919-5f37-404a-b37b-818a4ee07da4" providerId="AD" clId="Web-{87F92ED2-82A9-9364-F889-6DE157C5F854}" dt="2024-10-08T15:43:34.108" v="74"/>
        <pc:sldMkLst>
          <pc:docMk/>
          <pc:sldMk cId="0" sldId="315"/>
        </pc:sldMkLst>
      </pc:sldChg>
      <pc:sldChg chg="del">
        <pc:chgData name="Leif Drake(UST,US)" userId="S::284109@ust.com::d02a3919-5f37-404a-b37b-818a4ee07da4" providerId="AD" clId="Web-{87F92ED2-82A9-9364-F889-6DE157C5F854}" dt="2024-10-08T15:43:34.108" v="73"/>
        <pc:sldMkLst>
          <pc:docMk/>
          <pc:sldMk cId="0" sldId="316"/>
        </pc:sldMkLst>
      </pc:sldChg>
      <pc:sldChg chg="del">
        <pc:chgData name="Leif Drake(UST,US)" userId="S::284109@ust.com::d02a3919-5f37-404a-b37b-818a4ee07da4" providerId="AD" clId="Web-{87F92ED2-82A9-9364-F889-6DE157C5F854}" dt="2024-10-08T15:43:34.093" v="72"/>
        <pc:sldMkLst>
          <pc:docMk/>
          <pc:sldMk cId="0" sldId="317"/>
        </pc:sldMkLst>
      </pc:sldChg>
      <pc:sldChg chg="del">
        <pc:chgData name="Leif Drake(UST,US)" userId="S::284109@ust.com::d02a3919-5f37-404a-b37b-818a4ee07da4" providerId="AD" clId="Web-{87F92ED2-82A9-9364-F889-6DE157C5F854}" dt="2024-10-08T15:43:34.093" v="71"/>
        <pc:sldMkLst>
          <pc:docMk/>
          <pc:sldMk cId="0" sldId="318"/>
        </pc:sldMkLst>
      </pc:sldChg>
      <pc:sldChg chg="del">
        <pc:chgData name="Leif Drake(UST,US)" userId="S::284109@ust.com::d02a3919-5f37-404a-b37b-818a4ee07da4" providerId="AD" clId="Web-{87F92ED2-82A9-9364-F889-6DE157C5F854}" dt="2024-10-08T15:43:34.077" v="70"/>
        <pc:sldMkLst>
          <pc:docMk/>
          <pc:sldMk cId="0" sldId="319"/>
        </pc:sldMkLst>
      </pc:sldChg>
      <pc:sldChg chg="del">
        <pc:chgData name="Leif Drake(UST,US)" userId="S::284109@ust.com::d02a3919-5f37-404a-b37b-818a4ee07da4" providerId="AD" clId="Web-{87F92ED2-82A9-9364-F889-6DE157C5F854}" dt="2024-10-08T15:43:34.077" v="69"/>
        <pc:sldMkLst>
          <pc:docMk/>
          <pc:sldMk cId="0" sldId="320"/>
        </pc:sldMkLst>
      </pc:sldChg>
      <pc:sldChg chg="del">
        <pc:chgData name="Leif Drake(UST,US)" userId="S::284109@ust.com::d02a3919-5f37-404a-b37b-818a4ee07da4" providerId="AD" clId="Web-{87F92ED2-82A9-9364-F889-6DE157C5F854}" dt="2024-10-08T15:43:34.062" v="68"/>
        <pc:sldMkLst>
          <pc:docMk/>
          <pc:sldMk cId="0" sldId="321"/>
        </pc:sldMkLst>
      </pc:sldChg>
      <pc:sldChg chg="del">
        <pc:chgData name="Leif Drake(UST,US)" userId="S::284109@ust.com::d02a3919-5f37-404a-b37b-818a4ee07da4" providerId="AD" clId="Web-{87F92ED2-82A9-9364-F889-6DE157C5F854}" dt="2024-10-08T15:43:34.030" v="67"/>
        <pc:sldMkLst>
          <pc:docMk/>
          <pc:sldMk cId="0" sldId="322"/>
        </pc:sldMkLst>
      </pc:sldChg>
      <pc:sldChg chg="del">
        <pc:chgData name="Leif Drake(UST,US)" userId="S::284109@ust.com::d02a3919-5f37-404a-b37b-818a4ee07da4" providerId="AD" clId="Web-{87F92ED2-82A9-9364-F889-6DE157C5F854}" dt="2024-10-08T15:43:34.030" v="66"/>
        <pc:sldMkLst>
          <pc:docMk/>
          <pc:sldMk cId="0" sldId="323"/>
        </pc:sldMkLst>
      </pc:sldChg>
      <pc:sldChg chg="del">
        <pc:chgData name="Leif Drake(UST,US)" userId="S::284109@ust.com::d02a3919-5f37-404a-b37b-818a4ee07da4" providerId="AD" clId="Web-{87F92ED2-82A9-9364-F889-6DE157C5F854}" dt="2024-10-08T15:43:34.015" v="65"/>
        <pc:sldMkLst>
          <pc:docMk/>
          <pc:sldMk cId="0" sldId="324"/>
        </pc:sldMkLst>
      </pc:sldChg>
      <pc:sldChg chg="del">
        <pc:chgData name="Leif Drake(UST,US)" userId="S::284109@ust.com::d02a3919-5f37-404a-b37b-818a4ee07da4" providerId="AD" clId="Web-{87F92ED2-82A9-9364-F889-6DE157C5F854}" dt="2024-10-08T15:43:34.015" v="64"/>
        <pc:sldMkLst>
          <pc:docMk/>
          <pc:sldMk cId="0" sldId="325"/>
        </pc:sldMkLst>
      </pc:sldChg>
      <pc:sldChg chg="del">
        <pc:chgData name="Leif Drake(UST,US)" userId="S::284109@ust.com::d02a3919-5f37-404a-b37b-818a4ee07da4" providerId="AD" clId="Web-{87F92ED2-82A9-9364-F889-6DE157C5F854}" dt="2024-10-08T15:43:34.015" v="63"/>
        <pc:sldMkLst>
          <pc:docMk/>
          <pc:sldMk cId="0" sldId="326"/>
        </pc:sldMkLst>
      </pc:sldChg>
      <pc:sldChg chg="del">
        <pc:chgData name="Leif Drake(UST,US)" userId="S::284109@ust.com::d02a3919-5f37-404a-b37b-818a4ee07da4" providerId="AD" clId="Web-{87F92ED2-82A9-9364-F889-6DE157C5F854}" dt="2024-10-08T15:43:33.999" v="62"/>
        <pc:sldMkLst>
          <pc:docMk/>
          <pc:sldMk cId="0" sldId="327"/>
        </pc:sldMkLst>
      </pc:sldChg>
      <pc:sldChg chg="del">
        <pc:chgData name="Leif Drake(UST,US)" userId="S::284109@ust.com::d02a3919-5f37-404a-b37b-818a4ee07da4" providerId="AD" clId="Web-{87F92ED2-82A9-9364-F889-6DE157C5F854}" dt="2024-10-08T15:43:33.999" v="61"/>
        <pc:sldMkLst>
          <pc:docMk/>
          <pc:sldMk cId="0" sldId="328"/>
        </pc:sldMkLst>
      </pc:sldChg>
      <pc:sldChg chg="del">
        <pc:chgData name="Leif Drake(UST,US)" userId="S::284109@ust.com::d02a3919-5f37-404a-b37b-818a4ee07da4" providerId="AD" clId="Web-{87F92ED2-82A9-9364-F889-6DE157C5F854}" dt="2024-10-08T15:43:33.983" v="60"/>
        <pc:sldMkLst>
          <pc:docMk/>
          <pc:sldMk cId="0" sldId="329"/>
        </pc:sldMkLst>
      </pc:sldChg>
      <pc:sldMasterChg chg="mod setBg modSldLayout">
        <pc:chgData name="Leif Drake(UST,US)" userId="S::284109@ust.com::d02a3919-5f37-404a-b37b-818a4ee07da4" providerId="AD" clId="Web-{87F92ED2-82A9-9364-F889-6DE157C5F854}" dt="2024-10-08T15:48:00.524" v="140"/>
        <pc:sldMasterMkLst>
          <pc:docMk/>
          <pc:sldMasterMk cId="0" sldId="2147483667"/>
        </pc:sldMasterMkLst>
        <pc:sldLayoutChg chg="mod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48"/>
          </pc:sldLayoutMkLst>
        </pc:sldLayoutChg>
        <pc:sldLayoutChg chg="mod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49"/>
          </pc:sldLayoutMkLst>
        </pc:sldLayoutChg>
        <pc:sldLayoutChg chg="mod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50"/>
          </pc:sldLayoutMkLst>
        </pc:sldLayoutChg>
        <pc:sldLayoutChg chg="mod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51"/>
          </pc:sldLayoutMkLst>
        </pc:sldLayoutChg>
        <pc:sldLayoutChg chg="mod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52"/>
          </pc:sldLayoutMkLst>
        </pc:sldLayoutChg>
        <pc:sldLayoutChg chg="mod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53"/>
          </pc:sldLayoutMkLst>
        </pc:sldLayoutChg>
        <pc:sldLayoutChg chg="mod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54"/>
          </pc:sldLayoutMkLst>
        </pc:sldLayoutChg>
        <pc:sldLayoutChg chg="mod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55"/>
          </pc:sldLayoutMkLst>
        </pc:sldLayoutChg>
        <pc:sldLayoutChg chg="mod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56"/>
          </pc:sldLayoutMkLst>
        </pc:sldLayoutChg>
        <pc:sldLayoutChg chg="mod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57"/>
          </pc:sldLayoutMkLst>
        </pc:sldLayoutChg>
        <pc:sldLayoutChg chg="mod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58"/>
          </pc:sldLayoutMkLst>
        </pc:sldLayoutChg>
        <pc:sldLayoutChg chg="mod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59"/>
          </pc:sldLayoutMkLst>
        </pc:sldLayoutChg>
        <pc:sldLayoutChg chg="mod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60"/>
          </pc:sldLayoutMkLst>
        </pc:sldLayoutChg>
        <pc:sldLayoutChg chg="mod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61"/>
          </pc:sldLayoutMkLst>
        </pc:sldLayoutChg>
        <pc:sldLayoutChg chg="mod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62"/>
          </pc:sldLayoutMkLst>
        </pc:sldLayoutChg>
        <pc:sldLayoutChg chg="mod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63"/>
          </pc:sldLayoutMkLst>
        </pc:sldLayoutChg>
        <pc:sldLayoutChg chg="mod setFolMasterObjs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64"/>
          </pc:sldLayoutMkLst>
        </pc:sldLayoutChg>
        <pc:sldLayoutChg chg="mod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65"/>
          </pc:sldLayoutMkLst>
        </pc:sldLayoutChg>
        <pc:sldLayoutChg chg="mod">
          <pc:chgData name="Leif Drake(UST,US)" userId="S::284109@ust.com::d02a3919-5f37-404a-b37b-818a4ee07da4" providerId="AD" clId="Web-{87F92ED2-82A9-9364-F889-6DE157C5F854}" dt="2024-10-08T15:48:00.524" v="140"/>
          <pc:sldLayoutMkLst>
            <pc:docMk/>
            <pc:sldMasterMk cId="0" sldId="2147483667"/>
            <pc:sldLayoutMk cId="0" sldId="2147483666"/>
          </pc:sldLayoutMkLst>
        </pc:sldLayoutChg>
      </pc:sldMasterChg>
    </pc:docChg>
  </pc:docChgLst>
  <pc:docChgLst>
    <pc:chgData name="Leif Drake(UST,US)" userId="S::284109@ust.com::d02a3919-5f37-404a-b37b-818a4ee07da4" providerId="AD" clId="Web-{6A4B8CE3-F4A6-DB34-66DD-C8210CA3F1AC}"/>
    <pc:docChg chg="modSld">
      <pc:chgData name="Leif Drake(UST,US)" userId="S::284109@ust.com::d02a3919-5f37-404a-b37b-818a4ee07da4" providerId="AD" clId="Web-{6A4B8CE3-F4A6-DB34-66DD-C8210CA3F1AC}" dt="2024-10-18T20:14:33.381" v="17" actId="14100"/>
      <pc:docMkLst>
        <pc:docMk/>
      </pc:docMkLst>
      <pc:sldChg chg="modSp">
        <pc:chgData name="Leif Drake(UST,US)" userId="S::284109@ust.com::d02a3919-5f37-404a-b37b-818a4ee07da4" providerId="AD" clId="Web-{6A4B8CE3-F4A6-DB34-66DD-C8210CA3F1AC}" dt="2024-10-18T20:14:33.381" v="17" actId="14100"/>
        <pc:sldMkLst>
          <pc:docMk/>
          <pc:sldMk cId="0" sldId="268"/>
        </pc:sldMkLst>
      </pc:sldChg>
    </pc:docChg>
  </pc:docChgLst>
  <pc:docChgLst>
    <pc:chgData name="Leif Drake(UST,US)" userId="S::284109@ust.com::d02a3919-5f37-404a-b37b-818a4ee07da4" providerId="AD" clId="Web-{CC32967B-A368-C275-3834-AAE4C7E9DC89}"/>
    <pc:docChg chg="modSld">
      <pc:chgData name="Leif Drake(UST,US)" userId="S::284109@ust.com::d02a3919-5f37-404a-b37b-818a4ee07da4" providerId="AD" clId="Web-{CC32967B-A368-C275-3834-AAE4C7E9DC89}" dt="2024-10-16T22:30:36.510" v="480" actId="20577"/>
      <pc:docMkLst>
        <pc:docMk/>
      </pc:docMkLst>
      <pc:sldChg chg="modSp">
        <pc:chgData name="Leif Drake(UST,US)" userId="S::284109@ust.com::d02a3919-5f37-404a-b37b-818a4ee07da4" providerId="AD" clId="Web-{CC32967B-A368-C275-3834-AAE4C7E9DC89}" dt="2024-10-08T17:21:11.485" v="3" actId="14100"/>
        <pc:sldMkLst>
          <pc:docMk/>
          <pc:sldMk cId="0" sldId="256"/>
        </pc:sldMkLst>
      </pc:sldChg>
      <pc:sldChg chg="modSp">
        <pc:chgData name="Leif Drake(UST,US)" userId="S::284109@ust.com::d02a3919-5f37-404a-b37b-818a4ee07da4" providerId="AD" clId="Web-{CC32967B-A368-C275-3834-AAE4C7E9DC89}" dt="2024-10-16T22:30:36.510" v="480" actId="20577"/>
        <pc:sldMkLst>
          <pc:docMk/>
          <pc:sldMk cId="0" sldId="265"/>
        </pc:sldMkLst>
      </pc:sldChg>
      <pc:sldChg chg="delSp modSp addAnim">
        <pc:chgData name="Leif Drake(UST,US)" userId="S::284109@ust.com::d02a3919-5f37-404a-b37b-818a4ee07da4" providerId="AD" clId="Web-{CC32967B-A368-C275-3834-AAE4C7E9DC89}" dt="2024-10-08T17:59:08.801" v="361" actId="1076"/>
        <pc:sldMkLst>
          <pc:docMk/>
          <pc:sldMk cId="0" sldId="266"/>
        </pc:sldMkLst>
      </pc:sldChg>
      <pc:sldChg chg="modSp">
        <pc:chgData name="Leif Drake(UST,US)" userId="S::284109@ust.com::d02a3919-5f37-404a-b37b-818a4ee07da4" providerId="AD" clId="Web-{CC32967B-A368-C275-3834-AAE4C7E9DC89}" dt="2024-10-08T17:59:49.677" v="367" actId="20577"/>
        <pc:sldMkLst>
          <pc:docMk/>
          <pc:sldMk cId="0" sldId="267"/>
        </pc:sldMkLst>
      </pc:sldChg>
      <pc:sldChg chg="modSp">
        <pc:chgData name="Leif Drake(UST,US)" userId="S::284109@ust.com::d02a3919-5f37-404a-b37b-818a4ee07da4" providerId="AD" clId="Web-{CC32967B-A368-C275-3834-AAE4C7E9DC89}" dt="2024-10-16T22:26:09.212" v="456" actId="20577"/>
        <pc:sldMkLst>
          <pc:docMk/>
          <pc:sldMk cId="0" sldId="268"/>
        </pc:sldMkLst>
      </pc:sldChg>
      <pc:sldChg chg="addSp delSp modSp modNotes">
        <pc:chgData name="Leif Drake(UST,US)" userId="S::284109@ust.com::d02a3919-5f37-404a-b37b-818a4ee07da4" providerId="AD" clId="Web-{CC32967B-A368-C275-3834-AAE4C7E9DC89}" dt="2024-10-15T19:05:03.943" v="453"/>
        <pc:sldMkLst>
          <pc:docMk/>
          <pc:sldMk cId="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b54b3105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eb54b3105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07b6edc57b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g307b6edc57b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07b6edc57b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07b6edc57b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07b6edc57b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07b6edc57b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07b6edc57b_0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07b6edc57b_0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424242"/>
                </a:solidFill>
                <a:latin typeface="Raleway"/>
                <a:ea typeface="Raleway"/>
                <a:cs typeface="Raleway"/>
                <a:sym typeface="Raleway"/>
              </a:rPr>
              <a:t>Transactional vs Holistic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07b6edc57b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07b6edc57b_0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Structure into Content</a:t>
            </a:r>
            <a:endParaRPr lang="en-US"/>
          </a:p>
          <a:p>
            <a:pPr marL="0" indent="0">
              <a:buNone/>
            </a:pPr>
            <a:r>
              <a:rPr lang="en-US" dirty="0"/>
              <a:t>Structure into Product management</a:t>
            </a:r>
            <a:endParaRPr lang="en-US"/>
          </a:p>
          <a:p>
            <a:pPr marL="0" indent="0">
              <a:buNone/>
            </a:pPr>
            <a:r>
              <a:rPr lang="en-US" dirty="0"/>
              <a:t>Structure into Mission objective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Start with Mission objective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Wellness is about behavior</a:t>
            </a: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 dirty="0"/>
              <a:t>Baseline behavior, root cause of behavior, determine mechanism addressing root cause, that achieves the outcome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to do we balance frequency/duration of engagement vs demonstrated behavior change</a:t>
            </a: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 dirty="0"/>
              <a:t>Nasdaq PM said the Serach pages need to be stickier – but that should not the metric.  Search should be as fast as possible, need to measure</a:t>
            </a: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 dirty="0"/>
              <a:t>Demonstrate how much you helped someone complete an action or journey</a:t>
            </a: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 dirty="0"/>
              <a:t>Ask Meta their highest priority journey, possibly new hire onboarding?  maybe the solution doesn't immediately go into the Paven app shell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do we balance </a:t>
            </a:r>
            <a:r>
              <a:rPr lang="en-US" dirty="0" err="1"/>
              <a:t>finwell</a:t>
            </a:r>
            <a:r>
              <a:rPr lang="en-US" dirty="0"/>
              <a:t> vs benefits?</a:t>
            </a: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 dirty="0"/>
              <a:t>Protect Paven brand on </a:t>
            </a:r>
            <a:r>
              <a:rPr lang="en-US" dirty="0" err="1"/>
              <a:t>FinWell</a:t>
            </a:r>
            <a:r>
              <a:rPr lang="en-US"/>
              <a:t>.  What we have learned from Paven/Meta, there is a big need to cross selling benefits.</a:t>
            </a:r>
            <a:endParaRPr lang="en-US" dirty="0"/>
          </a:p>
          <a:p>
            <a:pPr marL="171450" indent="-171450">
              <a:buFont typeface="Calibri"/>
              <a:buChar char="-"/>
            </a:pPr>
            <a:r>
              <a:rPr lang="en-US"/>
              <a:t>Perhaps do #1 New Hire Onboarding project not within the Paven app shell, then #2 combinatorial value of benefits (cross-functions), then #3 custom package benefits per life moments/journeys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Sandbox for behavioral design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Go back to UST HR, ask for biggest need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Internal projects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Project 1 - Haila, Angie, Vittorio on the methodology for getting people's behavior </a:t>
            </a:r>
            <a:r>
              <a:rPr lang="en-US"/>
              <a:t>change: baseline behavior to desired behavior</a:t>
            </a:r>
          </a:p>
          <a:p>
            <a:pPr marL="0" indent="0">
              <a:buNone/>
            </a:pPr>
            <a:r>
              <a:rPr lang="en-US" dirty="0"/>
              <a:t>Project 2 - Haila, how will you use the Paven enviro to understand user </a:t>
            </a:r>
            <a:r>
              <a:rPr lang="en-US"/>
              <a:t>need. Determine how much user research we need per year or on some cadence</a:t>
            </a:r>
          </a:p>
          <a:p>
            <a:pPr marL="0" indent="0">
              <a:buNone/>
            </a:pPr>
            <a:r>
              <a:rPr lang="en-US" dirty="0"/>
              <a:t>Project</a:t>
            </a:r>
            <a:r>
              <a:rPr lang="en-US"/>
              <a:t> 3 - Angie – what is your content for 5 key journey driving behavior change.  Define resources needed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Oct 9 – Analytics meeting </a:t>
            </a:r>
            <a:endParaRPr lang="en-US" dirty="0"/>
          </a:p>
          <a:p>
            <a:pPr marL="0" indent="0">
              <a:buNone/>
            </a:pPr>
            <a:r>
              <a:rPr lang="en-US"/>
              <a:t>Oct 15 - Northstar</a:t>
            </a:r>
            <a:r>
              <a:rPr lang="en-US" dirty="0"/>
              <a:t> meeting – mission objective for 2025 – this is what we're going to become really good at?  Why, because there are many opportunities?</a:t>
            </a:r>
            <a:endParaRPr lang="en-US"/>
          </a:p>
          <a:p>
            <a:pPr marL="0" indent="0">
              <a:buNone/>
            </a:pPr>
            <a:r>
              <a:rPr lang="en-US"/>
              <a:t>Oct 22 -Tactically – what to do in 2024 to prepare for 2025</a:t>
            </a:r>
            <a:endParaRPr lang="en-US" dirty="0"/>
          </a:p>
          <a:p>
            <a:pPr marL="0" indent="0">
              <a:buNone/>
            </a:pPr>
            <a:r>
              <a:rPr lang="en-US"/>
              <a:t>Dec 5 - What are we going to do for concrete plan for 2025. Only detail is Q1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4573460" y="4993461"/>
            <a:ext cx="4572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 b="0" i="0" u="none" strike="noStrike" cap="none">
                <a:solidFill>
                  <a:srgbClr val="BFBFBF"/>
                </a:solidFill>
                <a:latin typeface="Verdana"/>
                <a:ea typeface="Verdana"/>
                <a:cs typeface="Verdana"/>
                <a:sym typeface="Verdana"/>
              </a:rPr>
              <a:t>Confidential and Proprietary. © 2023 Round Feather Inc. | UST Global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8531518" y="129665"/>
            <a:ext cx="3444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lnSpcReduction="10000"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&lt;#&gt;</a:t>
            </a:r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3685" y="4917455"/>
            <a:ext cx="703899" cy="14192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268254" y="446788"/>
            <a:ext cx="38073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6A2E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6A2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2"/>
          </p:nvPr>
        </p:nvSpPr>
        <p:spPr>
          <a:xfrm>
            <a:off x="268253" y="771153"/>
            <a:ext cx="62208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3"/>
          </p:nvPr>
        </p:nvSpPr>
        <p:spPr>
          <a:xfrm>
            <a:off x="268253" y="1259668"/>
            <a:ext cx="2130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3F3F3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4"/>
          </p:nvPr>
        </p:nvSpPr>
        <p:spPr>
          <a:xfrm>
            <a:off x="268253" y="1428769"/>
            <a:ext cx="2130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5"/>
          </p:nvPr>
        </p:nvSpPr>
        <p:spPr>
          <a:xfrm>
            <a:off x="3009833" y="1259668"/>
            <a:ext cx="2130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D9FAF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D9F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7150" y="4907642"/>
            <a:ext cx="2024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Helvetica Neue Light"/>
              <a:buNone/>
            </a:pPr>
            <a:r>
              <a:rPr lang="en" sz="600" b="0" i="0" u="none" strike="noStrike" cap="none">
                <a:solidFill>
                  <a:srgbClr val="BFBFB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Confidential and proprietary © 202</a:t>
            </a:r>
            <a:r>
              <a:rPr lang="en" sz="600">
                <a:solidFill>
                  <a:srgbClr val="BFBFB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</a:t>
            </a:r>
            <a:r>
              <a:rPr lang="en" sz="600" b="0" i="0" u="none" strike="noStrike" cap="none">
                <a:solidFill>
                  <a:srgbClr val="BFBFB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Round Feather, Inc.</a:t>
            </a:r>
            <a:endParaRPr sz="1100"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6"/>
          </p:nvPr>
        </p:nvSpPr>
        <p:spPr>
          <a:xfrm>
            <a:off x="268253" y="1706928"/>
            <a:ext cx="2130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3F3F3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7"/>
          </p:nvPr>
        </p:nvSpPr>
        <p:spPr>
          <a:xfrm>
            <a:off x="268253" y="1876029"/>
            <a:ext cx="2130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8"/>
          </p:nvPr>
        </p:nvSpPr>
        <p:spPr>
          <a:xfrm>
            <a:off x="3009833" y="1706928"/>
            <a:ext cx="2130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D9FAF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D9F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0" y="0"/>
            <a:ext cx="9144000" cy="34200"/>
          </a:xfrm>
          <a:prstGeom prst="rect">
            <a:avLst/>
          </a:prstGeom>
          <a:solidFill>
            <a:srgbClr val="06A2E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w Chapter 1">
  <p:cSld name="New Chapter 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0"/>
            <a:ext cx="9144000" cy="5326800"/>
          </a:xfrm>
          <a:prstGeom prst="rect">
            <a:avLst/>
          </a:prstGeom>
          <a:solidFill>
            <a:srgbClr val="06A2E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851393" y="2274828"/>
            <a:ext cx="73131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66720" y="4907403"/>
            <a:ext cx="2024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"/>
              <a:buFont typeface="Helvetica Neue Light"/>
              <a:buNone/>
            </a:pPr>
            <a:r>
              <a:rPr lang="en" sz="600" b="0" i="0">
                <a:solidFill>
                  <a:srgbClr val="F2F2F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Confidential and proprietary © 202</a:t>
            </a:r>
            <a:r>
              <a:rPr lang="en" sz="600">
                <a:solidFill>
                  <a:srgbClr val="F2F2F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</a:t>
            </a:r>
            <a:r>
              <a:rPr lang="en" sz="600" b="0" i="0">
                <a:solidFill>
                  <a:srgbClr val="F2F2F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Round Feather, Inc.</a:t>
            </a:r>
            <a:endParaRPr sz="1100"/>
          </a:p>
        </p:txBody>
      </p:sp>
      <p:sp>
        <p:nvSpPr>
          <p:cNvPr id="72" name="Google Shape;72;p15"/>
          <p:cNvSpPr/>
          <p:nvPr/>
        </p:nvSpPr>
        <p:spPr>
          <a:xfrm>
            <a:off x="4187949" y="2948774"/>
            <a:ext cx="640200" cy="3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15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1625" y="4861702"/>
            <a:ext cx="835612" cy="248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w Chapter 1 1">
  <p:cSld name="New Chapter 1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0" y="0"/>
            <a:ext cx="9144000" cy="53268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851393" y="2274828"/>
            <a:ext cx="73131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66720" y="4907403"/>
            <a:ext cx="2024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"/>
              <a:buFont typeface="Helvetica Neue Light"/>
              <a:buNone/>
            </a:pPr>
            <a:r>
              <a:rPr lang="en" sz="600" b="0" i="0">
                <a:solidFill>
                  <a:srgbClr val="F2F2F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Confidential and proprietary © 202</a:t>
            </a:r>
            <a:r>
              <a:rPr lang="en" sz="600">
                <a:solidFill>
                  <a:srgbClr val="F2F2F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</a:t>
            </a:r>
            <a:r>
              <a:rPr lang="en" sz="600" b="0" i="0">
                <a:solidFill>
                  <a:srgbClr val="F2F2F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Round Feather, Inc.</a:t>
            </a:r>
            <a:endParaRPr sz="1100"/>
          </a:p>
        </p:txBody>
      </p:sp>
      <p:sp>
        <p:nvSpPr>
          <p:cNvPr id="78" name="Google Shape;78;p16"/>
          <p:cNvSpPr/>
          <p:nvPr/>
        </p:nvSpPr>
        <p:spPr>
          <a:xfrm>
            <a:off x="4187949" y="2948774"/>
            <a:ext cx="640200" cy="3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16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1625" y="4861702"/>
            <a:ext cx="835612" cy="248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ven Business Plan">
  <p:cSld name="TITLE_3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sldNum" idx="12"/>
          </p:nvPr>
        </p:nvSpPr>
        <p:spPr>
          <a:xfrm>
            <a:off x="8235840" y="4937804"/>
            <a:ext cx="450900" cy="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600" tIns="30600" rIns="30600" bIns="306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3" name="Google Shape;83;p18"/>
          <p:cNvGrpSpPr/>
          <p:nvPr/>
        </p:nvGrpSpPr>
        <p:grpSpPr>
          <a:xfrm>
            <a:off x="6972540" y="4706070"/>
            <a:ext cx="2143624" cy="284642"/>
            <a:chOff x="6951663" y="4740875"/>
            <a:chExt cx="2143624" cy="284642"/>
          </a:xfrm>
        </p:grpSpPr>
        <p:cxnSp>
          <p:nvCxnSpPr>
            <p:cNvPr id="84" name="Google Shape;84;p18"/>
            <p:cNvCxnSpPr/>
            <p:nvPr/>
          </p:nvCxnSpPr>
          <p:spPr>
            <a:xfrm>
              <a:off x="7581113" y="4747818"/>
              <a:ext cx="0" cy="27000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85" name="Google Shape;85;p18" descr="A picture containing food, drawing&#10;&#10;Description automatically generated"/>
            <p:cNvPicPr preferRelativeResize="0"/>
            <p:nvPr/>
          </p:nvPicPr>
          <p:blipFill rotWithShape="1">
            <a:blip r:embed="rId2">
              <a:alphaModFix amt="81000"/>
            </a:blip>
            <a:srcRect/>
            <a:stretch/>
          </p:blipFill>
          <p:spPr>
            <a:xfrm>
              <a:off x="7665838" y="4743395"/>
              <a:ext cx="940800" cy="27765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6" name="Google Shape;86;p18"/>
            <p:cNvCxnSpPr/>
            <p:nvPr/>
          </p:nvCxnSpPr>
          <p:spPr>
            <a:xfrm>
              <a:off x="8676913" y="4755517"/>
              <a:ext cx="0" cy="27000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87" name="Google Shape;87;p18" descr="UST Global Announces New Bold Brand and Dynamic Logo, Changes Name to UST"/>
            <p:cNvPicPr preferRelativeResize="0"/>
            <p:nvPr/>
          </p:nvPicPr>
          <p:blipFill rotWithShape="1">
            <a:blip r:embed="rId3">
              <a:alphaModFix amt="43000"/>
            </a:blip>
            <a:srcRect/>
            <a:stretch/>
          </p:blipFill>
          <p:spPr>
            <a:xfrm>
              <a:off x="8661741" y="4740875"/>
              <a:ext cx="433546" cy="282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8"/>
            <p:cNvPicPr preferRelativeResize="0"/>
            <p:nvPr/>
          </p:nvPicPr>
          <p:blipFill rotWithShape="1">
            <a:blip r:embed="rId4">
              <a:alphaModFix amt="47000"/>
            </a:blip>
            <a:srcRect/>
            <a:stretch/>
          </p:blipFill>
          <p:spPr>
            <a:xfrm>
              <a:off x="6951663" y="4833897"/>
              <a:ext cx="481100" cy="146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9" name="Google Shape;89;p18"/>
          <p:cNvSpPr/>
          <p:nvPr/>
        </p:nvSpPr>
        <p:spPr>
          <a:xfrm>
            <a:off x="6358837" y="4993463"/>
            <a:ext cx="27867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 b="0" i="0" u="none" strike="noStrike" cap="none">
                <a:solidFill>
                  <a:srgbClr val="BFBFBF"/>
                </a:solidFill>
                <a:latin typeface="Verdana"/>
                <a:ea typeface="Verdana"/>
                <a:cs typeface="Verdana"/>
                <a:sym typeface="Verdana"/>
              </a:rPr>
              <a:t>Confidential and Proprietary. © 2023 Round Feather Inc. | UST Global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st and worst practice">
  <p:cSld name="TITLE_AND_TWO_COLUMNS_2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659650" y="1372350"/>
            <a:ext cx="3579600" cy="3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Poppins"/>
              <a:buChar char="●"/>
              <a:defRPr sz="11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Poppins"/>
              <a:buChar char="○"/>
              <a:defRPr sz="11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Poppins"/>
              <a:buChar char="■"/>
              <a:defRPr sz="11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Poppins"/>
              <a:buChar char="●"/>
              <a:defRPr sz="11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Poppins"/>
              <a:buChar char="○"/>
              <a:defRPr sz="11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Poppins"/>
              <a:buChar char="■"/>
              <a:defRPr sz="11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Poppins"/>
              <a:buChar char="●"/>
              <a:defRPr sz="11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Poppins"/>
              <a:buChar char="○"/>
              <a:defRPr sz="11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Poppins"/>
              <a:buChar char="■"/>
              <a:defRPr sz="11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659650" y="554875"/>
            <a:ext cx="3085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224"/>
              </a:buClr>
              <a:buSzPts val="1800"/>
              <a:buFont typeface="Roboto"/>
              <a:buNone/>
              <a:defRPr sz="1800" b="1">
                <a:solidFill>
                  <a:srgbClr val="20222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0" y="0"/>
            <a:ext cx="9144000" cy="34200"/>
          </a:xfrm>
          <a:prstGeom prst="rect">
            <a:avLst/>
          </a:prstGeom>
          <a:solidFill>
            <a:srgbClr val="0079E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/>
          <p:nvPr/>
        </p:nvSpPr>
        <p:spPr>
          <a:xfrm>
            <a:off x="4573460" y="4993461"/>
            <a:ext cx="4572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BFBFBF"/>
                </a:solidFill>
                <a:latin typeface="Verdana"/>
                <a:ea typeface="Verdana"/>
                <a:cs typeface="Verdana"/>
                <a:sym typeface="Verdana"/>
              </a:rPr>
              <a:t>Confidential and Proprietary. © 2023 Round Feather Inc. | UST Global</a:t>
            </a:r>
            <a:endParaRPr sz="110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515">
          <p15:clr>
            <a:srgbClr val="FBAE40"/>
          </p15:clr>
        </p15:guide>
        <p15:guide id="4" pos="55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86EB5-F835-CFFA-4E6D-9F11CF09A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DB287-9F12-9AA7-8AF5-B6C7E966D519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2798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22"/>
          <a:stretch>
            <a:fillRect t="-16000" b="-16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8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/>
          <p:cNvPicPr preferRelativeResize="0"/>
          <p:nvPr/>
        </p:nvPicPr>
        <p:blipFill rotWithShape="1">
          <a:blip r:embed="rId3">
            <a:alphaModFix amt="42000"/>
          </a:blip>
          <a:srcRect l="5882" b="8609"/>
          <a:stretch/>
        </p:blipFill>
        <p:spPr>
          <a:xfrm>
            <a:off x="0" y="838350"/>
            <a:ext cx="10203023" cy="43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842319" y="1995636"/>
            <a:ext cx="3574665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" sz="1600">
                <a:solidFill>
                  <a:srgbClr val="262626"/>
                </a:solidFill>
                <a:latin typeface="Raleway Medium"/>
                <a:sym typeface="Raleway Medium"/>
              </a:rPr>
              <a:t>Opportunities in broader wellness</a:t>
            </a:r>
            <a:endParaRPr lang="en" sz="1600">
              <a:solidFill>
                <a:srgbClr val="262626"/>
              </a:solidFill>
              <a:latin typeface="Raleway Medium"/>
            </a:endParaRPr>
          </a:p>
        </p:txBody>
      </p:sp>
      <p:grpSp>
        <p:nvGrpSpPr>
          <p:cNvPr id="103" name="Google Shape;103;p21"/>
          <p:cNvGrpSpPr/>
          <p:nvPr/>
        </p:nvGrpSpPr>
        <p:grpSpPr>
          <a:xfrm>
            <a:off x="4318964" y="762591"/>
            <a:ext cx="2531256" cy="3807580"/>
            <a:chOff x="3517350" y="414973"/>
            <a:chExt cx="2867629" cy="4313561"/>
          </a:xfrm>
        </p:grpSpPr>
        <p:pic>
          <p:nvPicPr>
            <p:cNvPr id="104" name="Google Shape;104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02342" y="471750"/>
              <a:ext cx="1870875" cy="40410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517350" y="414973"/>
              <a:ext cx="2867629" cy="431356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" name="Google Shape;106;p21"/>
          <p:cNvGrpSpPr/>
          <p:nvPr/>
        </p:nvGrpSpPr>
        <p:grpSpPr>
          <a:xfrm>
            <a:off x="5760595" y="762651"/>
            <a:ext cx="2531312" cy="3807916"/>
            <a:chOff x="6598795" y="762651"/>
            <a:chExt cx="2531312" cy="3807916"/>
          </a:xfrm>
        </p:grpSpPr>
        <p:pic>
          <p:nvPicPr>
            <p:cNvPr id="107" name="Google Shape;107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048718" y="838350"/>
              <a:ext cx="1636582" cy="3543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598795" y="762651"/>
              <a:ext cx="2531312" cy="38079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9" name="Google Shape;109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9450" y="1297275"/>
            <a:ext cx="2759774" cy="83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/>
          <p:nvPr/>
        </p:nvSpPr>
        <p:spPr>
          <a:xfrm>
            <a:off x="2346617" y="1345145"/>
            <a:ext cx="2184000" cy="716700"/>
          </a:xfrm>
          <a:prstGeom prst="flowChartAlternateProcess">
            <a:avLst/>
          </a:prstGeom>
          <a:solidFill>
            <a:schemeClr val="lt1"/>
          </a:solidFill>
          <a:ln>
            <a:noFill/>
          </a:ln>
          <a:effectLst>
            <a:outerShdw blurRad="285750" dist="95250" dir="5400000" algn="bl" rotWithShape="0">
              <a:srgbClr val="000000">
                <a:alpha val="50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0"/>
          <p:cNvSpPr txBox="1"/>
          <p:nvPr/>
        </p:nvSpPr>
        <p:spPr>
          <a:xfrm>
            <a:off x="2820564" y="1389255"/>
            <a:ext cx="16020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Increase employee’s appreciation of benefits</a:t>
            </a:r>
            <a:endParaRPr sz="800" b="1">
              <a:solidFill>
                <a:srgbClr val="2222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7" name="Google Shape;347;p30"/>
          <p:cNvSpPr txBox="1"/>
          <p:nvPr/>
        </p:nvSpPr>
        <p:spPr>
          <a:xfrm>
            <a:off x="2827757" y="1724754"/>
            <a:ext cx="7842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4285F4"/>
                </a:solidFill>
                <a:latin typeface="Raleway"/>
                <a:ea typeface="Raleway"/>
                <a:cs typeface="Raleway"/>
                <a:sym typeface="Raleway"/>
              </a:rPr>
              <a:t>+ Retention</a:t>
            </a:r>
            <a:endParaRPr sz="800" b="1">
              <a:solidFill>
                <a:srgbClr val="4285F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4725235" y="1346445"/>
            <a:ext cx="2237100" cy="716700"/>
          </a:xfrm>
          <a:prstGeom prst="flowChartAlternateProcess">
            <a:avLst/>
          </a:prstGeom>
          <a:solidFill>
            <a:schemeClr val="lt1"/>
          </a:solidFill>
          <a:ln>
            <a:noFill/>
          </a:ln>
          <a:effectLst>
            <a:outerShdw blurRad="285750" dist="95250" dir="5400000" algn="bl" rotWithShape="0">
              <a:srgbClr val="000000">
                <a:alpha val="50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0"/>
          <p:cNvSpPr txBox="1"/>
          <p:nvPr/>
        </p:nvSpPr>
        <p:spPr>
          <a:xfrm>
            <a:off x="5232625" y="1410097"/>
            <a:ext cx="15492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Improve employee’s financial wellbeing</a:t>
            </a:r>
            <a:endParaRPr sz="800" b="1">
              <a:solidFill>
                <a:srgbClr val="2222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0" name="Google Shape;350;p30"/>
          <p:cNvSpPr txBox="1"/>
          <p:nvPr/>
        </p:nvSpPr>
        <p:spPr>
          <a:xfrm>
            <a:off x="5224117" y="1723206"/>
            <a:ext cx="8862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4285F4"/>
                </a:solidFill>
                <a:latin typeface="Raleway"/>
                <a:ea typeface="Raleway"/>
                <a:cs typeface="Raleway"/>
                <a:sym typeface="Raleway"/>
              </a:rPr>
              <a:t>+ Productivity</a:t>
            </a:r>
            <a:endParaRPr sz="800" b="1">
              <a:solidFill>
                <a:srgbClr val="4285F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51" name="Google Shape;35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4385" y="1457344"/>
            <a:ext cx="340075" cy="34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3264" y="1449041"/>
            <a:ext cx="325051" cy="363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0"/>
          <p:cNvSpPr/>
          <p:nvPr/>
        </p:nvSpPr>
        <p:spPr>
          <a:xfrm>
            <a:off x="1328781" y="2523813"/>
            <a:ext cx="6555300" cy="1056600"/>
          </a:xfrm>
          <a:prstGeom prst="roundRect">
            <a:avLst>
              <a:gd name="adj" fmla="val 7818"/>
            </a:avLst>
          </a:prstGeom>
          <a:solidFill>
            <a:schemeClr val="lt1"/>
          </a:solidFill>
          <a:ln>
            <a:noFill/>
          </a:ln>
          <a:effectLst>
            <a:outerShdw blurRad="285750" dist="95250" dir="5400000" algn="bl" rotWithShape="0">
              <a:srgbClr val="000000">
                <a:alpha val="5000"/>
              </a:srgbClr>
            </a:outerShdw>
          </a:effectLst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2628792" y="2744913"/>
            <a:ext cx="1492500" cy="2571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algn="ctr"/>
            <a:r>
              <a:rPr lang="en" sz="800" b="1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Learning about benefits</a:t>
            </a:r>
            <a:endParaRPr sz="800" b="1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2804966" y="3160555"/>
            <a:ext cx="1158000" cy="257100"/>
          </a:xfrm>
          <a:prstGeom prst="roundRect">
            <a:avLst>
              <a:gd name="adj" fmla="val 16667"/>
            </a:avLst>
          </a:prstGeom>
          <a:solidFill>
            <a:srgbClr val="CEE5FF">
              <a:alpha val="5443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2424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Using the benefits</a:t>
            </a:r>
            <a:endParaRPr sz="800">
              <a:solidFill>
                <a:srgbClr val="42424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59" name="Google Shape;359;p30"/>
          <p:cNvSpPr/>
          <p:nvPr/>
        </p:nvSpPr>
        <p:spPr>
          <a:xfrm>
            <a:off x="5053680" y="2744938"/>
            <a:ext cx="1602000" cy="2571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Understanding of finances</a:t>
            </a:r>
            <a:endParaRPr sz="800"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5282061" y="3160554"/>
            <a:ext cx="1158000" cy="257100"/>
          </a:xfrm>
          <a:prstGeom prst="roundRect">
            <a:avLst>
              <a:gd name="adj" fmla="val 16667"/>
            </a:avLst>
          </a:prstGeom>
          <a:solidFill>
            <a:srgbClr val="CEE5FF">
              <a:alpha val="5443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2424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Acting on finances</a:t>
            </a:r>
            <a:endParaRPr sz="800">
              <a:solidFill>
                <a:srgbClr val="42424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61" name="Google Shape;361;p30"/>
          <p:cNvSpPr/>
          <p:nvPr/>
        </p:nvSpPr>
        <p:spPr>
          <a:xfrm>
            <a:off x="3202306" y="2976417"/>
            <a:ext cx="363300" cy="1356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0"/>
          <p:cNvSpPr/>
          <p:nvPr/>
        </p:nvSpPr>
        <p:spPr>
          <a:xfrm>
            <a:off x="5679406" y="2973190"/>
            <a:ext cx="363300" cy="1356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0"/>
          <p:cNvSpPr txBox="1"/>
          <p:nvPr/>
        </p:nvSpPr>
        <p:spPr>
          <a:xfrm>
            <a:off x="1468870" y="2728588"/>
            <a:ext cx="9642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rgbClr val="4285F4"/>
                </a:solidFill>
                <a:latin typeface="Raleway Medium"/>
                <a:sym typeface="Raleway Medium"/>
              </a:rPr>
              <a:t>Awareness</a:t>
            </a:r>
            <a:endParaRPr lang="en-US" dirty="0"/>
          </a:p>
        </p:txBody>
      </p:sp>
      <p:sp>
        <p:nvSpPr>
          <p:cNvPr id="364" name="Google Shape;364;p30"/>
          <p:cNvSpPr txBox="1"/>
          <p:nvPr/>
        </p:nvSpPr>
        <p:spPr>
          <a:xfrm>
            <a:off x="1468870" y="3173162"/>
            <a:ext cx="964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700" dirty="0">
                <a:solidFill>
                  <a:srgbClr val="4285F4"/>
                </a:solidFill>
                <a:latin typeface="Raleway Medium"/>
                <a:sym typeface="Raleway Medium"/>
              </a:rPr>
              <a:t>Taking action</a:t>
            </a:r>
            <a:endParaRPr lang="en-US" dirty="0"/>
          </a:p>
        </p:txBody>
      </p:sp>
      <p:sp>
        <p:nvSpPr>
          <p:cNvPr id="365" name="Google Shape;365;p30"/>
          <p:cNvSpPr txBox="1"/>
          <p:nvPr/>
        </p:nvSpPr>
        <p:spPr>
          <a:xfrm>
            <a:off x="1468870" y="1538556"/>
            <a:ext cx="9642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285F4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Value drivers</a:t>
            </a:r>
            <a:endParaRPr sz="1700">
              <a:solidFill>
                <a:srgbClr val="4285F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7" name="Google Shape;367;p30"/>
          <p:cNvSpPr txBox="1"/>
          <p:nvPr/>
        </p:nvSpPr>
        <p:spPr>
          <a:xfrm>
            <a:off x="3739761" y="2523810"/>
            <a:ext cx="1635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Paven app</a:t>
            </a:r>
            <a:endParaRPr sz="800" b="1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" name="Google Shape;372;p31">
            <a:extLst>
              <a:ext uri="{FF2B5EF4-FFF2-40B4-BE49-F238E27FC236}">
                <a16:creationId xmlns:a16="http://schemas.microsoft.com/office/drawing/2014/main" id="{9785203B-3FE5-F4F2-DC3A-CF774273F115}"/>
              </a:ext>
            </a:extLst>
          </p:cNvPr>
          <p:cNvSpPr txBox="1"/>
          <p:nvPr/>
        </p:nvSpPr>
        <p:spPr>
          <a:xfrm>
            <a:off x="230456" y="258053"/>
            <a:ext cx="70863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 lnSpcReduction="10000"/>
          </a:bodyPr>
          <a:lstStyle/>
          <a:p>
            <a:pPr>
              <a:lnSpc>
                <a:spcPct val="115000"/>
              </a:lnSpc>
            </a:pPr>
            <a:r>
              <a:rPr lang="en" sz="18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Paven's original focus on </a:t>
            </a:r>
            <a:r>
              <a:rPr lang="en" sz="1800" b="1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Financial Wellness &amp; Benefits domains</a:t>
            </a:r>
            <a:endParaRPr sz="1800">
              <a:solidFill>
                <a:schemeClr val="accen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1"/>
          <p:cNvSpPr txBox="1"/>
          <p:nvPr/>
        </p:nvSpPr>
        <p:spPr>
          <a:xfrm>
            <a:off x="230456" y="258053"/>
            <a:ext cx="70863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 lnSpcReduction="10000"/>
          </a:bodyPr>
          <a:lstStyle/>
          <a:p>
            <a:pPr>
              <a:lnSpc>
                <a:spcPct val="115000"/>
              </a:lnSpc>
            </a:pPr>
            <a:r>
              <a:rPr lang="en" sz="18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Explore a </a:t>
            </a:r>
            <a:r>
              <a:rPr lang="en" sz="1800" b="1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broader opportunity </a:t>
            </a:r>
            <a:r>
              <a:rPr lang="en" sz="18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within Wellness</a:t>
            </a:r>
            <a:endParaRPr sz="1800">
              <a:solidFill>
                <a:schemeClr val="accen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3" name="Google Shape;373;p31"/>
          <p:cNvSpPr/>
          <p:nvPr/>
        </p:nvSpPr>
        <p:spPr>
          <a:xfrm>
            <a:off x="1189302" y="793500"/>
            <a:ext cx="6566700" cy="1140398"/>
          </a:xfrm>
          <a:prstGeom prst="flowChartAlternateProcess">
            <a:avLst/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1"/>
          <p:cNvSpPr txBox="1"/>
          <p:nvPr/>
        </p:nvSpPr>
        <p:spPr>
          <a:xfrm>
            <a:off x="1888725" y="889500"/>
            <a:ext cx="5526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2222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Wellness</a:t>
            </a:r>
            <a:endParaRPr lang="en" sz="1600">
              <a:solidFill>
                <a:srgbClr val="222222"/>
              </a:solidFill>
              <a:latin typeface="Quicksand SemiBold"/>
              <a:ea typeface="Quicksand SemiBold"/>
              <a:cs typeface="Quicksand SemiBold"/>
            </a:endParaRPr>
          </a:p>
          <a:p>
            <a:endParaRPr lang="en" sz="1100">
              <a:solidFill>
                <a:srgbClr val="222222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22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Helping individuals make choices and behavioral changes that will increase the quality and span of their lives.  They have likely struggled to adopt these behaviors consistently.</a:t>
            </a:r>
            <a:endParaRPr sz="900">
              <a:solidFill>
                <a:srgbClr val="222222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pic>
        <p:nvPicPr>
          <p:cNvPr id="381" name="Google Shape;3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4453" y="1177112"/>
            <a:ext cx="363300" cy="3633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1"/>
          <p:cNvSpPr/>
          <p:nvPr/>
        </p:nvSpPr>
        <p:spPr>
          <a:xfrm>
            <a:off x="900400" y="2437206"/>
            <a:ext cx="1331700" cy="230171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Fitness</a:t>
            </a: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Behaviors:</a:t>
            </a: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+Regular movement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+Mobility &amp; Stretching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+Strength &amp; Variety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>
              <a:buSzPts val="1100"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"/>
                <a:cs typeface="Quicksand"/>
              </a:rPr>
              <a:t>+Rest &amp; Recovery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700" b="1">
              <a:solidFill>
                <a:srgbClr val="033A96"/>
              </a:solidFill>
              <a:latin typeface="Quicksand"/>
              <a:ea typeface="Quicksand"/>
              <a:cs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Apps</a:t>
            </a: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+Apple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 Google Fit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 MyFitnessPal 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83" name="Google Shape;383;p31"/>
          <p:cNvSpPr/>
          <p:nvPr/>
        </p:nvSpPr>
        <p:spPr>
          <a:xfrm>
            <a:off x="2374250" y="2437206"/>
            <a:ext cx="1331700" cy="230171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Nutrition</a:t>
            </a: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Behaviors:</a:t>
            </a: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+Balance diet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 Portion control</a:t>
            </a:r>
            <a:endParaRPr sz="700" err="1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>
              <a:buSzPts val="1100"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"/>
                <a:cs typeface="Quicksand"/>
              </a:rPr>
              <a:t>+ Meal timing</a:t>
            </a:r>
          </a:p>
          <a:p>
            <a:pPr>
              <a:buSzPts val="1100"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"/>
                <a:cs typeface="Quicksand"/>
              </a:rPr>
              <a:t>+ Hydration</a:t>
            </a:r>
          </a:p>
          <a:p>
            <a:pPr>
              <a:buSzPts val="1100"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"/>
                <a:cs typeface="Quicksand"/>
              </a:rPr>
              <a:t>+ Ingredient </a:t>
            </a:r>
            <a:r>
              <a:rPr lang="en" sz="700" err="1">
                <a:solidFill>
                  <a:srgbClr val="033A96"/>
                </a:solidFill>
                <a:latin typeface="Quicksand Medium"/>
                <a:ea typeface="Quicksand"/>
                <a:cs typeface="Quicksand"/>
              </a:rPr>
              <a:t>selction</a:t>
            </a:r>
            <a:endParaRPr lang="en" sz="700">
              <a:solidFill>
                <a:srgbClr val="033A96"/>
              </a:solidFill>
              <a:latin typeface="Quicksand Medium"/>
              <a:ea typeface="Quicksand"/>
              <a:cs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700" b="1">
              <a:solidFill>
                <a:srgbClr val="033A96"/>
              </a:solidFill>
              <a:latin typeface="Quicksand"/>
              <a:ea typeface="Quicksand"/>
              <a:cs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Apps</a:t>
            </a: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</a:t>
            </a:r>
            <a:r>
              <a:rPr lang="en" sz="700" err="1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Noom</a:t>
            </a:r>
            <a:endParaRPr sz="700" err="1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+Weight Watchers</a:t>
            </a:r>
            <a:endParaRPr lang="en" sz="700">
              <a:solidFill>
                <a:srgbClr val="033A96"/>
              </a:solidFill>
              <a:latin typeface="Quicksand Medium"/>
              <a:ea typeface="Quicksand Medium"/>
              <a:cs typeface="Quicksand Medium"/>
            </a:endParaRPr>
          </a:p>
          <a:p>
            <a:pPr>
              <a:buSzPts val="1100"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"/>
                <a:cs typeface="Quicksand"/>
              </a:rPr>
              <a:t>+Lumen</a:t>
            </a:r>
            <a:br>
              <a:rPr lang="en" sz="700">
                <a:solidFill>
                  <a:srgbClr val="033A96"/>
                </a:solidFill>
                <a:latin typeface="Quicksand Medium"/>
                <a:ea typeface="Quicksand"/>
                <a:cs typeface="Quicksand"/>
              </a:rPr>
            </a:br>
            <a:endParaRPr lang="en" sz="700">
              <a:solidFill>
                <a:srgbClr val="033A96"/>
              </a:solidFill>
              <a:latin typeface="Quicksand Medium"/>
              <a:ea typeface="Quicksand"/>
              <a:cs typeface="Quicksand"/>
            </a:endParaRPr>
          </a:p>
          <a:p>
            <a:pPr algn="ctr"/>
            <a:endParaRPr lang="en-US" sz="900" b="1">
              <a:solidFill>
                <a:srgbClr val="033A96"/>
              </a:solidFill>
              <a:latin typeface="Quicksand"/>
              <a:ea typeface="Quicksand"/>
              <a:cs typeface="Quicksand"/>
            </a:endParaRPr>
          </a:p>
        </p:txBody>
      </p:sp>
      <p:sp>
        <p:nvSpPr>
          <p:cNvPr id="384" name="Google Shape;384;p31"/>
          <p:cNvSpPr/>
          <p:nvPr/>
        </p:nvSpPr>
        <p:spPr>
          <a:xfrm>
            <a:off x="3848100" y="2437206"/>
            <a:ext cx="1331700" cy="230171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Mental &amp; Emotional</a:t>
            </a: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Behaviors:</a:t>
            </a: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+Spirituality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+Stress management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+Mindfulness &amp; meditation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+Emotional regulation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+Self-reflection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Apps</a:t>
            </a: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+Headspace (meditation)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+Calm</a:t>
            </a:r>
            <a:endParaRPr lang="en" sz="700">
              <a:solidFill>
                <a:srgbClr val="033A96"/>
              </a:solidFill>
              <a:latin typeface="Quicksand Medium"/>
              <a:ea typeface="Quicksand Medium"/>
              <a:cs typeface="Quicksan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9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85" name="Google Shape;385;p31"/>
          <p:cNvSpPr/>
          <p:nvPr/>
        </p:nvSpPr>
        <p:spPr>
          <a:xfrm>
            <a:off x="5260950" y="2437206"/>
            <a:ext cx="1331700" cy="230171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Social</a:t>
            </a: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Behaviors:</a:t>
            </a: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+Building relationships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+Maintaining bonds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+Communication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+Work-Life balance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+Community involvement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Apps</a:t>
            </a: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</a:t>
            </a:r>
            <a:r>
              <a:rPr lang="en" sz="700" err="1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BumbleBFF</a:t>
            </a:r>
            <a:endParaRPr lang="en" sz="700" err="1">
              <a:solidFill>
                <a:srgbClr val="033A96"/>
              </a:solidFill>
              <a:latin typeface="Quicksand Medium"/>
              <a:ea typeface="Quicksand Medium"/>
              <a:cs typeface="Quicksand Medium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</a:rPr>
              <a:t>+</a:t>
            </a:r>
            <a:r>
              <a:rPr lang="en" sz="700" err="1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</a:rPr>
              <a:t>etc</a:t>
            </a:r>
            <a:endParaRPr lang="en" sz="700">
              <a:solidFill>
                <a:srgbClr val="033A96"/>
              </a:solidFill>
              <a:latin typeface="Quicksand Medium"/>
              <a:ea typeface="Quicksand Medium"/>
              <a:cs typeface="Quicksand Medium"/>
            </a:endParaRPr>
          </a:p>
          <a:p>
            <a:pPr>
              <a:buClr>
                <a:schemeClr val="dk1"/>
              </a:buClr>
              <a:buSzPts val="1100"/>
            </a:pPr>
            <a:endParaRPr lang="en-US" sz="700">
              <a:solidFill>
                <a:srgbClr val="033A96"/>
              </a:solidFill>
              <a:latin typeface="Quicksand Medium"/>
              <a:ea typeface="Quicksand Medium"/>
              <a:cs typeface="Quicksand Medium"/>
            </a:endParaRPr>
          </a:p>
        </p:txBody>
      </p:sp>
      <p:sp>
        <p:nvSpPr>
          <p:cNvPr id="386" name="Google Shape;386;p31"/>
          <p:cNvSpPr/>
          <p:nvPr/>
        </p:nvSpPr>
        <p:spPr>
          <a:xfrm>
            <a:off x="6673800" y="2403706"/>
            <a:ext cx="1331700" cy="2301719"/>
          </a:xfrm>
          <a:prstGeom prst="roundRect">
            <a:avLst>
              <a:gd name="adj" fmla="val 16667"/>
            </a:avLst>
          </a:pr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Financial</a:t>
            </a: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Behaviors:</a:t>
            </a: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+Financial stress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+Debt management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+Long-term planning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+Budgeting &amp; Saving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+Insurance &amp; Estates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Apps</a:t>
            </a:r>
            <a:endParaRPr sz="7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+Paven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+Origin</a:t>
            </a:r>
            <a:endParaRPr sz="7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</a:t>
            </a:r>
            <a:r>
              <a:rPr lang="en" sz="700" err="1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Northstar</a:t>
            </a:r>
            <a:endParaRPr sz="700" err="1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387" name="Google Shape;387;p31"/>
          <p:cNvSpPr txBox="1"/>
          <p:nvPr/>
        </p:nvSpPr>
        <p:spPr>
          <a:xfrm>
            <a:off x="8095098" y="3137848"/>
            <a:ext cx="991603" cy="5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300"/>
              <a:buFont typeface="Quicksand Medium"/>
              <a:buChar char="+"/>
            </a:pPr>
            <a:endParaRPr sz="1300">
              <a:solidFill>
                <a:srgbClr val="9E9E9E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algn="ctr"/>
            <a:r>
              <a:rPr lang="en" sz="1300">
                <a:solidFill>
                  <a:srgbClr val="9E9E9E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 More</a:t>
            </a:r>
            <a:endParaRPr sz="2300">
              <a:solidFill>
                <a:srgbClr val="9E9E9E"/>
              </a:solidFill>
            </a:endParaRPr>
          </a:p>
        </p:txBody>
      </p:sp>
      <p:sp>
        <p:nvSpPr>
          <p:cNvPr id="388" name="Google Shape;388;p31"/>
          <p:cNvSpPr txBox="1"/>
          <p:nvPr/>
        </p:nvSpPr>
        <p:spPr>
          <a:xfrm>
            <a:off x="48350" y="3292198"/>
            <a:ext cx="8520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Wellness Domains</a:t>
            </a:r>
            <a:endParaRPr sz="1000">
              <a:solidFill>
                <a:srgbClr val="9E9E9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2"/>
          <p:cNvSpPr txBox="1"/>
          <p:nvPr/>
        </p:nvSpPr>
        <p:spPr>
          <a:xfrm>
            <a:off x="230449" y="290250"/>
            <a:ext cx="7958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Instead of b2c, continue to target </a:t>
            </a:r>
            <a:r>
              <a:rPr lang="en" sz="1800" b="1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organizational sponsors of Wellness</a:t>
            </a:r>
            <a:endParaRPr sz="1800">
              <a:solidFill>
                <a:schemeClr val="accen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394" name="Google Shape;394;p32"/>
          <p:cNvGrpSpPr/>
          <p:nvPr/>
        </p:nvGrpSpPr>
        <p:grpSpPr>
          <a:xfrm>
            <a:off x="8262732" y="4938733"/>
            <a:ext cx="2143624" cy="209923"/>
            <a:chOff x="6951663" y="4740875"/>
            <a:chExt cx="2143624" cy="284642"/>
          </a:xfrm>
        </p:grpSpPr>
        <p:cxnSp>
          <p:nvCxnSpPr>
            <p:cNvPr id="395" name="Google Shape;395;p32"/>
            <p:cNvCxnSpPr/>
            <p:nvPr/>
          </p:nvCxnSpPr>
          <p:spPr>
            <a:xfrm>
              <a:off x="7581113" y="4747818"/>
              <a:ext cx="0" cy="27000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7" name="Google Shape;397;p32"/>
            <p:cNvCxnSpPr/>
            <p:nvPr/>
          </p:nvCxnSpPr>
          <p:spPr>
            <a:xfrm>
              <a:off x="8676913" y="4755517"/>
              <a:ext cx="0" cy="27000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398" name="Google Shape;398;p32" descr="UST Global Announces New Bold Brand and Dynamic Logo, Changes Name to UST"/>
            <p:cNvPicPr preferRelativeResize="0"/>
            <p:nvPr/>
          </p:nvPicPr>
          <p:blipFill rotWithShape="1">
            <a:blip r:embed="rId3">
              <a:alphaModFix amt="43000"/>
            </a:blip>
            <a:srcRect/>
            <a:stretch/>
          </p:blipFill>
          <p:spPr>
            <a:xfrm>
              <a:off x="8661741" y="4740875"/>
              <a:ext cx="433546" cy="282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32"/>
            <p:cNvPicPr preferRelativeResize="0"/>
            <p:nvPr/>
          </p:nvPicPr>
          <p:blipFill rotWithShape="1">
            <a:blip r:embed="rId4">
              <a:alphaModFix amt="47000"/>
            </a:blip>
            <a:srcRect/>
            <a:stretch/>
          </p:blipFill>
          <p:spPr>
            <a:xfrm>
              <a:off x="6951663" y="4833897"/>
              <a:ext cx="481100" cy="146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0" name="Google Shape;40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06899" y="1614365"/>
            <a:ext cx="325051" cy="363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2"/>
          <p:cNvSpPr/>
          <p:nvPr/>
        </p:nvSpPr>
        <p:spPr>
          <a:xfrm>
            <a:off x="5480674" y="947794"/>
            <a:ext cx="1522800" cy="1547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Govt’s</a:t>
            </a: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7F7F7F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Supporting their citizens to improve lives and health as part of initiatives</a:t>
            </a: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1240650" y="947794"/>
            <a:ext cx="1522800" cy="1547100"/>
          </a:xfrm>
          <a:prstGeom prst="roundRect">
            <a:avLst>
              <a:gd name="adj" fmla="val 16667"/>
            </a:avLst>
          </a:pr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Employers</a:t>
            </a: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7F7F7F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Supporting their employees and contractors for productivity, morale, and retention</a:t>
            </a:r>
            <a:endParaRPr sz="900">
              <a:solidFill>
                <a:srgbClr val="7F7F7F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3360662" y="947794"/>
            <a:ext cx="1522800" cy="1547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Businesses</a:t>
            </a: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7F7F7F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Supporting their customers to engender goodwill and loyalty</a:t>
            </a: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3360654" y="2965099"/>
            <a:ext cx="1522800" cy="1547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Schools</a:t>
            </a: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7F7F7F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Supporting their student and faculty to improve lives as part of their mission</a:t>
            </a: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5" name="Google Shape;405;p32"/>
          <p:cNvSpPr/>
          <p:nvPr/>
        </p:nvSpPr>
        <p:spPr>
          <a:xfrm>
            <a:off x="1240644" y="2965099"/>
            <a:ext cx="1522800" cy="1547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Unions</a:t>
            </a: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7F7F7F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Supporting their members to improve lives and engender loyalty</a:t>
            </a: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6" name="Google Shape;406;p32"/>
          <p:cNvSpPr txBox="1"/>
          <p:nvPr/>
        </p:nvSpPr>
        <p:spPr>
          <a:xfrm>
            <a:off x="7509550" y="2272500"/>
            <a:ext cx="1395000" cy="10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300"/>
              <a:buFont typeface="Quicksand Medium"/>
              <a:buChar char="+"/>
            </a:pPr>
            <a:endParaRPr sz="1300">
              <a:solidFill>
                <a:srgbClr val="9E9E9E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algn="ctr"/>
            <a:r>
              <a:rPr lang="en" sz="1300">
                <a:solidFill>
                  <a:srgbClr val="9E9E9E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+ More</a:t>
            </a:r>
            <a:endParaRPr sz="1300">
              <a:solidFill>
                <a:srgbClr val="9E9E9E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9E9E9E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E9E9E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Insurance providers</a:t>
            </a:r>
            <a:endParaRPr sz="900">
              <a:solidFill>
                <a:srgbClr val="9E9E9E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407" name="Google Shape;407;p32"/>
          <p:cNvSpPr/>
          <p:nvPr/>
        </p:nvSpPr>
        <p:spPr>
          <a:xfrm>
            <a:off x="5480663" y="2965099"/>
            <a:ext cx="1522800" cy="1547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Foundations &amp; Charities</a:t>
            </a: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ctr">
              <a:buClr>
                <a:schemeClr val="dk1"/>
              </a:buClr>
              <a:buSzPts val="1100"/>
            </a:pPr>
            <a:r>
              <a:rPr lang="en" sz="900">
                <a:solidFill>
                  <a:srgbClr val="7F7F7F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Supporting their target populations to improve lives as part of their mission</a:t>
            </a: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3"/>
          <p:cNvSpPr txBox="1">
            <a:spLocks noGrp="1"/>
          </p:cNvSpPr>
          <p:nvPr>
            <p:ph type="title" idx="4294967295"/>
          </p:nvPr>
        </p:nvSpPr>
        <p:spPr>
          <a:xfrm>
            <a:off x="311700" y="381700"/>
            <a:ext cx="7780500" cy="4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  <a:latin typeface="Raleway Light"/>
                <a:ea typeface="Raleway Light"/>
                <a:cs typeface="Raleway Light"/>
                <a:sym typeface="Raleway Light"/>
              </a:rPr>
              <a:t>Paven as a </a:t>
            </a:r>
            <a:r>
              <a:rPr lang="en" sz="1800" b="1" dirty="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custom content platform</a:t>
            </a:r>
            <a:r>
              <a:rPr lang="en" sz="1800" dirty="0">
                <a:solidFill>
                  <a:schemeClr val="accent1"/>
                </a:solidFill>
                <a:latin typeface="Raleway Light"/>
                <a:ea typeface="Raleway Light"/>
                <a:cs typeface="Raleway Light"/>
                <a:sym typeface="Raleway Light"/>
              </a:rPr>
              <a:t> for Wellness</a:t>
            </a:r>
            <a:endParaRPr sz="1800" b="1" dirty="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13" name="Google Shape;413;p33"/>
          <p:cNvSpPr txBox="1">
            <a:spLocks noGrp="1"/>
          </p:cNvSpPr>
          <p:nvPr>
            <p:ph type="title" idx="4294967295"/>
          </p:nvPr>
        </p:nvSpPr>
        <p:spPr>
          <a:xfrm>
            <a:off x="4901975" y="1769250"/>
            <a:ext cx="3246900" cy="9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424242"/>
                </a:solidFill>
                <a:latin typeface="Raleway"/>
                <a:ea typeface="Raleway"/>
                <a:cs typeface="Raleway"/>
                <a:sym typeface="Raleway"/>
              </a:rPr>
              <a:t>Unique &amp; differentiated content</a:t>
            </a:r>
            <a:endParaRPr sz="1100" b="1">
              <a:solidFill>
                <a:srgbClr val="42424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424242"/>
                </a:solidFill>
                <a:latin typeface="Raleway Light"/>
                <a:ea typeface="Raleway Light"/>
                <a:cs typeface="Raleway Light"/>
                <a:sym typeface="Raleway Light"/>
              </a:rPr>
              <a:t>Particular style, tone, and visual effect that is specific to the domain.</a:t>
            </a:r>
            <a:endParaRPr sz="1100" b="1">
              <a:solidFill>
                <a:srgbClr val="4242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14" name="Google Shape;414;p33"/>
          <p:cNvSpPr txBox="1">
            <a:spLocks noGrp="1"/>
          </p:cNvSpPr>
          <p:nvPr>
            <p:ph type="title" idx="4294967295"/>
          </p:nvPr>
        </p:nvSpPr>
        <p:spPr>
          <a:xfrm>
            <a:off x="587380" y="1769250"/>
            <a:ext cx="34032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424242"/>
                </a:solidFill>
                <a:latin typeface="Raleway"/>
                <a:ea typeface="Raleway"/>
                <a:cs typeface="Raleway"/>
                <a:sym typeface="Raleway"/>
              </a:rPr>
              <a:t>Behavioral design</a:t>
            </a:r>
            <a:endParaRPr sz="1100" b="1">
              <a:solidFill>
                <a:srgbClr val="42424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424242"/>
                </a:solidFill>
                <a:latin typeface="Raleway Light"/>
                <a:ea typeface="Raleway Light"/>
                <a:cs typeface="Raleway Light"/>
                <a:sym typeface="Raleway Light"/>
              </a:rPr>
              <a:t>Using psychological principles to guide user actions,  and designing interfaces that encourage certain behaviors or habits.</a:t>
            </a:r>
            <a:endParaRPr sz="900">
              <a:solidFill>
                <a:srgbClr val="424242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415" name="Google Shape;415;p33"/>
          <p:cNvSpPr txBox="1">
            <a:spLocks noGrp="1"/>
          </p:cNvSpPr>
          <p:nvPr>
            <p:ph type="title" idx="4294967295"/>
          </p:nvPr>
        </p:nvSpPr>
        <p:spPr>
          <a:xfrm>
            <a:off x="578850" y="2499625"/>
            <a:ext cx="3374100" cy="9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424242"/>
                </a:solidFill>
                <a:latin typeface="Raleway"/>
                <a:ea typeface="Raleway"/>
                <a:cs typeface="Raleway"/>
                <a:sym typeface="Raleway"/>
              </a:rPr>
              <a:t>Personalization</a:t>
            </a:r>
            <a:endParaRPr sz="1100" b="1">
              <a:solidFill>
                <a:srgbClr val="42424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424242"/>
                </a:solidFill>
                <a:latin typeface="Raleway Light"/>
                <a:ea typeface="Raleway Light"/>
                <a:cs typeface="Raleway Light"/>
                <a:sym typeface="Raleway Light"/>
              </a:rPr>
              <a:t>Content tailored or personalized for specific users or groups based on their preferences, behavior, and circumstances.</a:t>
            </a:r>
            <a:endParaRPr sz="900" b="0">
              <a:solidFill>
                <a:srgbClr val="424242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416" name="Google Shape;416;p33"/>
          <p:cNvSpPr txBox="1">
            <a:spLocks noGrp="1"/>
          </p:cNvSpPr>
          <p:nvPr>
            <p:ph type="title" idx="4294967295"/>
          </p:nvPr>
        </p:nvSpPr>
        <p:spPr>
          <a:xfrm>
            <a:off x="2390078" y="1007423"/>
            <a:ext cx="3621331" cy="534429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" sz="2000" dirty="0">
                <a:solidFill>
                  <a:schemeClr val="bg1"/>
                </a:solidFill>
                <a:latin typeface="Raleway"/>
                <a:ea typeface="Raleway ExtraBold"/>
                <a:cs typeface="Raleway ExtraBold"/>
                <a:sym typeface="Raleway ExtraBold"/>
              </a:rPr>
              <a:t>Technology + Services</a:t>
            </a:r>
            <a:endParaRPr lang="en-US" sz="2000">
              <a:solidFill>
                <a:schemeClr val="bg1"/>
              </a:solidFill>
              <a:latin typeface="Raleway"/>
              <a:ea typeface="Raleway ExtraBold"/>
              <a:cs typeface="Raleway ExtraBold"/>
            </a:endParaRPr>
          </a:p>
        </p:txBody>
      </p:sp>
      <p:sp>
        <p:nvSpPr>
          <p:cNvPr id="417" name="Google Shape;417;p33"/>
          <p:cNvSpPr txBox="1">
            <a:spLocks noGrp="1"/>
          </p:cNvSpPr>
          <p:nvPr>
            <p:ph type="title" idx="4294967295"/>
          </p:nvPr>
        </p:nvSpPr>
        <p:spPr>
          <a:xfrm>
            <a:off x="578850" y="3239625"/>
            <a:ext cx="3374100" cy="13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424242"/>
                </a:solidFill>
                <a:latin typeface="Raleway"/>
                <a:ea typeface="Raleway"/>
                <a:cs typeface="Raleway"/>
                <a:sym typeface="Raleway"/>
              </a:rPr>
              <a:t>Relational content</a:t>
            </a:r>
            <a:endParaRPr sz="1100" b="1">
              <a:solidFill>
                <a:srgbClr val="424242"/>
              </a:solidFill>
              <a:latin typeface="Raleway"/>
              <a:ea typeface="Raleway"/>
              <a:cs typeface="Raleway"/>
              <a:sym typeface="Raleway"/>
            </a:endParaRPr>
          </a:p>
          <a:p>
            <a:r>
              <a:rPr lang="en" sz="900">
                <a:solidFill>
                  <a:srgbClr val="424242"/>
                </a:solidFill>
                <a:latin typeface="Raleway Light"/>
              </a:rPr>
              <a:t>Recommending content based on relational analysis among concepts in a text.</a:t>
            </a: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900" b="0">
              <a:solidFill>
                <a:srgbClr val="424242"/>
              </a:solidFill>
              <a:latin typeface="Raleway Light"/>
              <a:ea typeface="Raleway Light"/>
              <a:cs typeface="Raleway Light"/>
            </a:endParaRPr>
          </a:p>
        </p:txBody>
      </p:sp>
      <p:sp>
        <p:nvSpPr>
          <p:cNvPr id="418" name="Google Shape;418;p33"/>
          <p:cNvSpPr txBox="1">
            <a:spLocks noGrp="1"/>
          </p:cNvSpPr>
          <p:nvPr>
            <p:ph type="title" idx="4294967295"/>
          </p:nvPr>
        </p:nvSpPr>
        <p:spPr>
          <a:xfrm>
            <a:off x="4901975" y="2520800"/>
            <a:ext cx="3374100" cy="9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424242"/>
                </a:solidFill>
                <a:latin typeface="Raleway"/>
                <a:ea typeface="Raleway"/>
                <a:cs typeface="Raleway"/>
                <a:sym typeface="Raleway"/>
              </a:rPr>
              <a:t>Interactive content</a:t>
            </a:r>
            <a:endParaRPr sz="1100" b="1">
              <a:solidFill>
                <a:srgbClr val="42424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24242"/>
                </a:solidFill>
                <a:latin typeface="Raleway Light"/>
                <a:ea typeface="Raleway Light"/>
                <a:cs typeface="Raleway Light"/>
                <a:sym typeface="Raleway Light"/>
              </a:rPr>
              <a:t>Support learnings styles involving doing, rather than consuming text or videos.</a:t>
            </a:r>
            <a:endParaRPr sz="900">
              <a:solidFill>
                <a:srgbClr val="424242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419" name="Google Shape;419;p33"/>
          <p:cNvSpPr txBox="1">
            <a:spLocks noGrp="1"/>
          </p:cNvSpPr>
          <p:nvPr>
            <p:ph type="title" idx="4294967295"/>
          </p:nvPr>
        </p:nvSpPr>
        <p:spPr>
          <a:xfrm>
            <a:off x="4901975" y="3262167"/>
            <a:ext cx="3246900" cy="9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424242"/>
                </a:solidFill>
                <a:latin typeface="Raleway"/>
                <a:ea typeface="Raleway"/>
                <a:cs typeface="Raleway"/>
                <a:sym typeface="Raleway"/>
              </a:rPr>
              <a:t>Dynamically generated content</a:t>
            </a:r>
            <a:endParaRPr sz="1100" b="1">
              <a:solidFill>
                <a:srgbClr val="42424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>
              <a:lnSpc>
                <a:spcPct val="114999"/>
              </a:lnSpc>
            </a:pPr>
            <a:r>
              <a:rPr lang="en" sz="900">
                <a:solidFill>
                  <a:srgbClr val="424242"/>
                </a:solidFill>
                <a:latin typeface="Raleway Light"/>
                <a:sym typeface="Raleway Light"/>
              </a:rPr>
              <a:t>Generating content </a:t>
            </a:r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4"/>
          <p:cNvSpPr txBox="1"/>
          <p:nvPr/>
        </p:nvSpPr>
        <p:spPr>
          <a:xfrm>
            <a:off x="230456" y="290250"/>
            <a:ext cx="70863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 lnSpcReduction="10000"/>
          </a:bodyPr>
          <a:lstStyle/>
          <a:p>
            <a:pPr>
              <a:lnSpc>
                <a:spcPct val="115000"/>
              </a:lnSpc>
            </a:pPr>
            <a:r>
              <a:rPr lang="en" sz="18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What are </a:t>
            </a:r>
            <a:r>
              <a:rPr lang="en" sz="1800" b="1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Paven’s 4Q24 priorities </a:t>
            </a:r>
            <a:r>
              <a:rPr lang="en" sz="18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given this broader opportunity?</a:t>
            </a:r>
            <a:endParaRPr sz="1800">
              <a:solidFill>
                <a:schemeClr val="accen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25" name="Google Shape;425;p34"/>
          <p:cNvGrpSpPr/>
          <p:nvPr/>
        </p:nvGrpSpPr>
        <p:grpSpPr>
          <a:xfrm>
            <a:off x="8262732" y="4938733"/>
            <a:ext cx="2143624" cy="209923"/>
            <a:chOff x="6951663" y="4740875"/>
            <a:chExt cx="2143624" cy="284642"/>
          </a:xfrm>
        </p:grpSpPr>
        <p:cxnSp>
          <p:nvCxnSpPr>
            <p:cNvPr id="426" name="Google Shape;426;p34"/>
            <p:cNvCxnSpPr/>
            <p:nvPr/>
          </p:nvCxnSpPr>
          <p:spPr>
            <a:xfrm>
              <a:off x="7581113" y="4747818"/>
              <a:ext cx="0" cy="27000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8" name="Google Shape;428;p34"/>
            <p:cNvCxnSpPr/>
            <p:nvPr/>
          </p:nvCxnSpPr>
          <p:spPr>
            <a:xfrm>
              <a:off x="8676913" y="4755517"/>
              <a:ext cx="0" cy="27000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429" name="Google Shape;429;p34" descr="UST Global Announces New Bold Brand and Dynamic Logo, Changes Name to UST"/>
            <p:cNvPicPr preferRelativeResize="0"/>
            <p:nvPr/>
          </p:nvPicPr>
          <p:blipFill rotWithShape="1">
            <a:blip r:embed="rId3">
              <a:alphaModFix amt="43000"/>
            </a:blip>
            <a:srcRect/>
            <a:stretch/>
          </p:blipFill>
          <p:spPr>
            <a:xfrm>
              <a:off x="8661741" y="4740875"/>
              <a:ext cx="433546" cy="282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0" name="Google Shape;430;p34"/>
            <p:cNvPicPr preferRelativeResize="0"/>
            <p:nvPr/>
          </p:nvPicPr>
          <p:blipFill rotWithShape="1">
            <a:blip r:embed="rId4">
              <a:alphaModFix amt="47000"/>
            </a:blip>
            <a:srcRect/>
            <a:stretch/>
          </p:blipFill>
          <p:spPr>
            <a:xfrm>
              <a:off x="6951663" y="4833897"/>
              <a:ext cx="481100" cy="146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2" name="Google Shape;432;p34"/>
          <p:cNvSpPr txBox="1"/>
          <p:nvPr/>
        </p:nvSpPr>
        <p:spPr>
          <a:xfrm>
            <a:off x="284937" y="1288794"/>
            <a:ext cx="16719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E9E9E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Top priority</a:t>
            </a:r>
            <a:endParaRPr sz="2500">
              <a:solidFill>
                <a:srgbClr val="9E9E9E"/>
              </a:solidFill>
            </a:endParaRPr>
          </a:p>
        </p:txBody>
      </p:sp>
      <p:sp>
        <p:nvSpPr>
          <p:cNvPr id="433" name="Google Shape;433;p34"/>
          <p:cNvSpPr/>
          <p:nvPr/>
        </p:nvSpPr>
        <p:spPr>
          <a:xfrm>
            <a:off x="1828608" y="920483"/>
            <a:ext cx="6404348" cy="129747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Preserve contract with Meta</a:t>
            </a:r>
            <a:endParaRPr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Continue to </a:t>
            </a:r>
            <a:r>
              <a:rPr lang="en" sz="900" b="1" i="1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improve engagement</a:t>
            </a:r>
            <a:r>
              <a:rPr lang="en" sz="900" i="1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and evolve tech/content</a:t>
            </a:r>
            <a:endParaRPr sz="900" i="1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457200" indent="-285750">
              <a:buClr>
                <a:srgbClr val="033A96"/>
              </a:buClr>
              <a:buSzPts val="900"/>
              <a:buFont typeface="Quicksand Medium"/>
              <a:buAutoNum type="arabicParenR"/>
            </a:pPr>
            <a:r>
              <a:rPr lang="en" sz="900" b="1" err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FinWell</a:t>
            </a:r>
            <a:r>
              <a:rPr lang="en" sz="9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- Meta still views and evaluates Paven primarily on this dimension</a:t>
            </a:r>
          </a:p>
          <a:p>
            <a:pPr marL="45720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3A96"/>
              </a:buClr>
              <a:buSzPts val="900"/>
              <a:buAutoNum type="arabicParenR"/>
            </a:pPr>
            <a:r>
              <a:rPr lang="en" sz="900" b="1">
                <a:solidFill>
                  <a:srgbClr val="033A96"/>
                </a:solidFill>
                <a:latin typeface="Quicksand"/>
                <a:ea typeface="Quicksand Medium"/>
                <a:cs typeface="Quicksand Medium"/>
                <a:sym typeface="Quicksand Medium"/>
              </a:rPr>
              <a:t>Benefits</a:t>
            </a:r>
            <a:r>
              <a:rPr lang="en" sz="9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" sz="9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promotion</a:t>
            </a:r>
            <a:r>
              <a:rPr lang="en" sz="9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–  Meta views as an unproven value prop big potential (and a bonus to </a:t>
            </a:r>
            <a:r>
              <a:rPr lang="en" sz="900" err="1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FinWell</a:t>
            </a:r>
            <a:r>
              <a:rPr lang="en" sz="9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)</a:t>
            </a:r>
            <a:endParaRPr sz="900">
              <a:solidFill>
                <a:srgbClr val="033A96"/>
              </a:solidFill>
              <a:latin typeface="Quicksand Medium"/>
              <a:ea typeface="Quicksand Medium"/>
              <a:cs typeface="Quicksand Medium"/>
            </a:endParaRPr>
          </a:p>
        </p:txBody>
      </p:sp>
      <p:sp>
        <p:nvSpPr>
          <p:cNvPr id="434" name="Google Shape;434;p34"/>
          <p:cNvSpPr/>
          <p:nvPr/>
        </p:nvSpPr>
        <p:spPr>
          <a:xfrm>
            <a:off x="1831125" y="2384021"/>
            <a:ext cx="6406200" cy="1415721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rgbClr val="A3C3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algn="ctr"/>
            <a:r>
              <a:rPr lang="en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Develop capabilities on </a:t>
            </a:r>
            <a:r>
              <a:rPr lang="en" b="1" dirty="0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Behavior Change </a:t>
            </a:r>
            <a:r>
              <a:rPr lang="en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&amp; Custom Content</a:t>
            </a:r>
            <a:endParaRPr lang="en-US" b="1" dirty="0">
              <a:solidFill>
                <a:srgbClr val="033A96"/>
              </a:solidFill>
              <a:latin typeface="Quicksand"/>
              <a:ea typeface="Quicksand"/>
              <a:cs typeface="Quicksa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Position ourselves for opportunities in broader wellness space</a:t>
            </a:r>
            <a:endParaRPr sz="900" i="1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i="1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457200" indent="-285750">
              <a:buClr>
                <a:srgbClr val="033A96"/>
              </a:buClr>
              <a:buSzPts val="900"/>
              <a:buFont typeface="Quicksand Medium"/>
              <a:buAutoNum type="arabicParenR"/>
            </a:pPr>
            <a:r>
              <a:rPr lang="en" sz="9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Case studies and research – </a:t>
            </a:r>
            <a:r>
              <a:rPr lang="en" sz="900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drive business value for client and then document</a:t>
            </a:r>
            <a:r>
              <a:rPr lang="en" sz="900" dirty="0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, measuring outcomes</a:t>
            </a:r>
            <a:endParaRPr lang="en" sz="900">
              <a:solidFill>
                <a:srgbClr val="033A96"/>
              </a:solidFill>
              <a:latin typeface="Quicksand Medium"/>
              <a:ea typeface="Quicksand"/>
              <a:cs typeface="Quicksand"/>
              <a:sym typeface="Quicksand"/>
            </a:endParaRPr>
          </a:p>
          <a:p>
            <a:pPr marL="457200" indent="-285750">
              <a:buClr>
                <a:srgbClr val="033A96"/>
              </a:buClr>
              <a:buSzPts val="900"/>
              <a:buAutoNum type="arabicParenR"/>
            </a:pPr>
            <a:r>
              <a:rPr lang="en" sz="9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Expertise in tooling &amp; services </a:t>
            </a:r>
            <a:r>
              <a:rPr lang="en" sz="9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– iterate, experiment to learn and consolidate for other wellness domains</a:t>
            </a:r>
            <a:endParaRPr sz="900">
              <a:solidFill>
                <a:srgbClr val="033A96"/>
              </a:solidFill>
              <a:latin typeface="Quicksand Medium"/>
              <a:ea typeface="Quicksand Medium"/>
              <a:cs typeface="Quicksand Medium"/>
            </a:endParaRPr>
          </a:p>
          <a:p>
            <a:pPr marL="457200" indent="-285750">
              <a:buClr>
                <a:srgbClr val="033A96"/>
              </a:buClr>
              <a:buSzPts val="900"/>
              <a:buAutoNum type="arabicParenR"/>
            </a:pPr>
            <a:r>
              <a:rPr lang="en" sz="900" b="1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Support exploration by other teams </a:t>
            </a:r>
            <a:r>
              <a:rPr lang="en" sz="900">
                <a:solidFill>
                  <a:srgbClr val="033A96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– consult with teams exploring similar spaces</a:t>
            </a:r>
            <a:endParaRPr sz="900">
              <a:solidFill>
                <a:srgbClr val="033A96"/>
              </a:solidFill>
              <a:latin typeface="Quicksand Medium"/>
              <a:ea typeface="Quicksand Medium"/>
              <a:cs typeface="Quicksa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033A96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900" b="1">
              <a:solidFill>
                <a:srgbClr val="033A9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35" name="Google Shape;435;p34"/>
          <p:cNvSpPr txBox="1"/>
          <p:nvPr/>
        </p:nvSpPr>
        <p:spPr>
          <a:xfrm>
            <a:off x="286600" y="2799611"/>
            <a:ext cx="13824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E9E9E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Next priority</a:t>
            </a:r>
            <a:endParaRPr sz="1500">
              <a:solidFill>
                <a:srgbClr val="9E9E9E"/>
              </a:solidFill>
            </a:endParaRPr>
          </a:p>
        </p:txBody>
      </p:sp>
      <p:sp>
        <p:nvSpPr>
          <p:cNvPr id="2" name="Google Shape;434;p34">
            <a:extLst>
              <a:ext uri="{FF2B5EF4-FFF2-40B4-BE49-F238E27FC236}">
                <a16:creationId xmlns:a16="http://schemas.microsoft.com/office/drawing/2014/main" id="{9267257F-2706-7445-60F2-24FF85FA5B7A}"/>
              </a:ext>
            </a:extLst>
          </p:cNvPr>
          <p:cNvSpPr/>
          <p:nvPr/>
        </p:nvSpPr>
        <p:spPr>
          <a:xfrm>
            <a:off x="1831125" y="4013124"/>
            <a:ext cx="6406200" cy="837653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A3C3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algn="ctr"/>
            <a:r>
              <a:rPr lang="en" b="1">
                <a:solidFill>
                  <a:srgbClr val="033A96"/>
                </a:solidFill>
                <a:latin typeface="Quicksand"/>
                <a:sym typeface="Quicksand"/>
              </a:rPr>
              <a:t>GTM on a specific domain</a:t>
            </a:r>
            <a:endParaRPr lang="en-US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033A96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457200" indent="-285750">
              <a:buClr>
                <a:srgbClr val="033A96"/>
              </a:buClr>
              <a:buSzPts val="900"/>
              <a:buAutoNum type="arabicParenR"/>
            </a:pPr>
            <a:r>
              <a:rPr lang="en" sz="900" b="1">
                <a:solidFill>
                  <a:srgbClr val="033A96"/>
                </a:solidFill>
                <a:latin typeface="Quicksand"/>
                <a:ea typeface="Quicksand Medium"/>
                <a:cs typeface="Quicksand Medium"/>
              </a:rPr>
              <a:t>Multi-tenancy</a:t>
            </a:r>
          </a:p>
          <a:p>
            <a:pPr marL="457200" indent="-285750">
              <a:buClr>
                <a:srgbClr val="033A96"/>
              </a:buClr>
              <a:buSzPts val="900"/>
              <a:buAutoNum type="arabicParenR"/>
            </a:pPr>
            <a:r>
              <a:rPr lang="en" sz="900" b="1">
                <a:solidFill>
                  <a:srgbClr val="033A96"/>
                </a:solidFill>
                <a:latin typeface="Quicksand"/>
                <a:ea typeface="Quicksand"/>
                <a:cs typeface="Quicksand"/>
              </a:rPr>
              <a:t>Deep investment into </a:t>
            </a:r>
            <a:r>
              <a:rPr lang="en" sz="900" b="1" err="1">
                <a:solidFill>
                  <a:srgbClr val="033A96"/>
                </a:solidFill>
                <a:latin typeface="Quicksand"/>
                <a:ea typeface="Quicksand"/>
                <a:cs typeface="Quicksand"/>
              </a:rPr>
              <a:t>FinWell</a:t>
            </a:r>
            <a:r>
              <a:rPr lang="en" sz="900" b="1">
                <a:solidFill>
                  <a:srgbClr val="033A96"/>
                </a:solidFill>
                <a:latin typeface="Quicksand"/>
                <a:ea typeface="Quicksand"/>
                <a:cs typeface="Quicksand"/>
              </a:rPr>
              <a:t> or Benefits</a:t>
            </a:r>
            <a:r>
              <a:rPr lang="en" sz="900" b="1" dirty="0">
                <a:solidFill>
                  <a:srgbClr val="033A96"/>
                </a:solidFill>
                <a:latin typeface="Quicksand"/>
                <a:ea typeface="Quicksand"/>
                <a:cs typeface="Quicksand"/>
              </a:rPr>
              <a:t> </a:t>
            </a:r>
            <a:r>
              <a:rPr lang="en" sz="900" dirty="0">
                <a:solidFill>
                  <a:srgbClr val="033A96"/>
                </a:solidFill>
                <a:latin typeface="Quicksand"/>
                <a:ea typeface="Quicksand"/>
                <a:cs typeface="Quicksand"/>
              </a:rPr>
              <a:t>– beyond what is necessary to preserve Meat contract</a:t>
            </a:r>
          </a:p>
          <a:p>
            <a:endParaRPr lang="en" sz="900" b="1">
              <a:solidFill>
                <a:srgbClr val="033A96"/>
              </a:solidFill>
              <a:latin typeface="Quicksand"/>
              <a:ea typeface="Quicksand"/>
              <a:cs typeface="Quicksand"/>
            </a:endParaRPr>
          </a:p>
        </p:txBody>
      </p:sp>
      <p:sp>
        <p:nvSpPr>
          <p:cNvPr id="4" name="Google Shape;435;p34">
            <a:extLst>
              <a:ext uri="{FF2B5EF4-FFF2-40B4-BE49-F238E27FC236}">
                <a16:creationId xmlns:a16="http://schemas.microsoft.com/office/drawing/2014/main" id="{2E248D0E-06B4-08A6-663E-F313D49B3F47}"/>
              </a:ext>
            </a:extLst>
          </p:cNvPr>
          <p:cNvSpPr txBox="1"/>
          <p:nvPr/>
        </p:nvSpPr>
        <p:spPr>
          <a:xfrm>
            <a:off x="286600" y="4284197"/>
            <a:ext cx="13824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E9E9E"/>
                </a:solidFill>
                <a:latin typeface="Quicksand Medium"/>
                <a:sym typeface="Quicksand Medium"/>
              </a:rPr>
              <a:t>Paused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c4f7e58-aee3-484e-9ced-6ad849805b22" xsi:nil="true"/>
    <lcf76f155ced4ddcb4097134ff3c332f xmlns="67eb9fc1-6eb2-4130-bff0-86e2d7b2fa6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969E2290A67B40B23AAEC46BE07916" ma:contentTypeVersion="12" ma:contentTypeDescription="Create a new document." ma:contentTypeScope="" ma:versionID="2c678bf8766c30155ef286bfb3fc8237">
  <xsd:schema xmlns:xsd="http://www.w3.org/2001/XMLSchema" xmlns:xs="http://www.w3.org/2001/XMLSchema" xmlns:p="http://schemas.microsoft.com/office/2006/metadata/properties" xmlns:ns2="67eb9fc1-6eb2-4130-bff0-86e2d7b2fa6c" xmlns:ns3="cc4f7e58-aee3-484e-9ced-6ad849805b22" targetNamespace="http://schemas.microsoft.com/office/2006/metadata/properties" ma:root="true" ma:fieldsID="0ddb8f98fca7970fae8315de15b7503b" ns2:_="" ns3:_="">
    <xsd:import namespace="67eb9fc1-6eb2-4130-bff0-86e2d7b2fa6c"/>
    <xsd:import namespace="cc4f7e58-aee3-484e-9ced-6ad849805b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eb9fc1-6eb2-4130-bff0-86e2d7b2fa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a363587-87ea-41e2-9a9e-8270a2079e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4f7e58-aee3-484e-9ced-6ad849805b2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ad6e149-f843-4ea4-af81-8c9aca828c0b}" ma:internalName="TaxCatchAll" ma:showField="CatchAllData" ma:web="cc4f7e58-aee3-484e-9ced-6ad849805b2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C7767C-DB84-4960-9264-895977629AC0}">
  <ds:schemaRefs>
    <ds:schemaRef ds:uri="67eb9fc1-6eb2-4130-bff0-86e2d7b2fa6c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cc4f7e58-aee3-484e-9ced-6ad849805b22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5F43A09-5D4F-42E9-84CA-33B265AA7D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D91529-5990-453A-94BD-5043CF1D51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eb9fc1-6eb2-4130-bff0-86e2d7b2fa6c"/>
    <ds:schemaRef ds:uri="cc4f7e58-aee3-484e-9ced-6ad849805b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889</Words>
  <Application>Microsoft Macintosh PowerPoint</Application>
  <PresentationFormat>On-screen Show (16:9)</PresentationFormat>
  <Paragraphs>193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2" baseType="lpstr">
      <vt:lpstr>Roboto</vt:lpstr>
      <vt:lpstr>Calibri</vt:lpstr>
      <vt:lpstr>Quicksand SemiBold</vt:lpstr>
      <vt:lpstr>Manrope</vt:lpstr>
      <vt:lpstr>Raleway Medium</vt:lpstr>
      <vt:lpstr>Raleway Light</vt:lpstr>
      <vt:lpstr>Poppins</vt:lpstr>
      <vt:lpstr>Arial</vt:lpstr>
      <vt:lpstr>Verdana</vt:lpstr>
      <vt:lpstr>Helvetica Neue</vt:lpstr>
      <vt:lpstr>Helvetica Neue Light</vt:lpstr>
      <vt:lpstr>Raleway</vt:lpstr>
      <vt:lpstr>Avenir</vt:lpstr>
      <vt:lpstr>Quicksand Medium</vt:lpstr>
      <vt:lpstr>Quicksand</vt:lpstr>
      <vt:lpstr>Simple Light</vt:lpstr>
      <vt:lpstr>PowerPoint Presentation</vt:lpstr>
      <vt:lpstr>PowerPoint Presentation</vt:lpstr>
      <vt:lpstr>PowerPoint Presentation</vt:lpstr>
      <vt:lpstr>PowerPoint Presentation</vt:lpstr>
      <vt:lpstr>Paven as a custom content platform for Wellness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Scotty Kall(UST,US)</cp:lastModifiedBy>
  <cp:revision>25</cp:revision>
  <dcterms:modified xsi:type="dcterms:W3CDTF">2025-04-02T15:31:53Z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0x010100CC969E2290A67B40B23AAEC46BE07916</vt:lpwstr>
  </property>
  <property fmtid="{D5CDD505-2E9C-101B-9397-08002B2CF9AE}" pid="3" name="MediaServiceImageTags">
    <vt:lpwstr/>
  </property>
</Properties>
</file>